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188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D577E-1A90-4BD6-A2DF-B33E4CF0A857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32B165-8B00-48CA-B3C2-626709AE936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45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32B165-8B00-48CA-B3C2-626709AE936A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326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_PKuGP4gd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7CErxDQWp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lhMYKbMCHI" TargetMode="External"/><Relationship Id="rId2" Type="http://schemas.openxmlformats.org/officeDocument/2006/relationships/hyperlink" Target="https://www.youtube.com/watch?v=Ct6n_app5k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KLDsO6EYng" TargetMode="External"/><Relationship Id="rId2" Type="http://schemas.openxmlformats.org/officeDocument/2006/relationships/hyperlink" Target="https://www.youtube.com/watch?v=DYcfitYGdJ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en-GB" sz="5400">
                <a:solidFill>
                  <a:srgbClr val="FFFFFF"/>
                </a:solidFill>
              </a:rPr>
              <a:t>Workflow Practice Session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Goal: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Produce 6 assets in one day.</a:t>
            </a:r>
          </a:p>
          <a:p>
            <a:endParaRPr lang="en-GB" sz="17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Rules: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- 1 hour per activity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- 5 minutes concept art (hard cap)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Concept + final asset submitted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Coordinate Git filenames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Silhouette match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Scale within 10–20%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Sensible pivots</a:t>
            </a:r>
          </a:p>
          <a:p>
            <a:r>
              <a:rPr lang="en-GB" sz="1700">
                <a:solidFill>
                  <a:schemeClr val="tx1">
                    <a:alpha val="80000"/>
                  </a:schemeClr>
                </a:solidFill>
              </a:rPr>
              <a:t>- Show assets after each activity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739CA5-F0F5-48E1-8E8C-F24B71827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9144000" cy="6861324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3EAD2937-F230-41D4-B9C5-975B129BF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058" y="640080"/>
            <a:ext cx="8190312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D444A3-C338-4886-B7F1-4BA2AF46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018" y="960109"/>
            <a:ext cx="7708392" cy="49377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9492" y="1444741"/>
            <a:ext cx="7018398" cy="10419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1 – One-Handed Sword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9492" y="2701427"/>
            <a:ext cx="3362493" cy="2699968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Create a simple one-handed sword.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Include scale reference.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Blockout expected.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/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5ACB8-EA94-85A0-C789-0BACD34FDD01}"/>
              </a:ext>
            </a:extLst>
          </p:cNvPr>
          <p:cNvSpPr txBox="1"/>
          <p:nvPr/>
        </p:nvSpPr>
        <p:spPr>
          <a:xfrm>
            <a:off x="4692015" y="2701427"/>
            <a:ext cx="3415875" cy="2699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Example Tutorials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3"/>
              </a:rPr>
              <a:t>https://www.youtube.com/watch?v=J_PKuGP4gdM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4"/>
              </a:rPr>
              <a:t>https://www.youtube.com/watch?v=S7CErxDQWps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739CA5-F0F5-48E1-8E8C-F24B71827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9144000" cy="6861324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3EAD2937-F230-41D4-B9C5-975B129BF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058" y="640080"/>
            <a:ext cx="8190312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D444A3-C338-4886-B7F1-4BA2AF46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018" y="960109"/>
            <a:ext cx="7708392" cy="49377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9492" y="1444741"/>
            <a:ext cx="7018398" cy="10419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2 – One-Handed Axe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9492" y="2701427"/>
            <a:ext cx="3362493" cy="2699968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One-handed axe with oversized head.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Exaggerated proportions.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/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Tutorial placeholders included.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962398-4452-AF3D-D8DF-E27EA3A0A405}"/>
              </a:ext>
            </a:extLst>
          </p:cNvPr>
          <p:cNvSpPr txBox="1"/>
          <p:nvPr/>
        </p:nvSpPr>
        <p:spPr>
          <a:xfrm>
            <a:off x="4692015" y="2701427"/>
            <a:ext cx="3415875" cy="2699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Example Tutorials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2"/>
              </a:rPr>
              <a:t>https://www.youtube.com/watch?v=Ct6n_app5kE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3"/>
              </a:rPr>
              <a:t>https://www.youtube.com/watch?v=8lhMYKbMCHI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739CA5-F0F5-48E1-8E8C-F24B71827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9144000" cy="6861324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3EAD2937-F230-41D4-B9C5-975B129BF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058" y="640080"/>
            <a:ext cx="8190312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D444A3-C338-4886-B7F1-4BA2AF46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018" y="960109"/>
            <a:ext cx="7708392" cy="49377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9492" y="1444741"/>
            <a:ext cx="7018398" cy="10419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3 – Ranged Weapon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9492" y="2701427"/>
            <a:ext cx="3362493" cy="2699968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Artists: Any ranged weapon.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Coders: turntable, viewer, rotation.</a:t>
            </a:r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/>
          </a:p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/>
              <a:t>Tutorial placeholders included.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848EE-CEE2-8392-AE20-D7951A07116A}"/>
              </a:ext>
            </a:extLst>
          </p:cNvPr>
          <p:cNvSpPr txBox="1"/>
          <p:nvPr/>
        </p:nvSpPr>
        <p:spPr>
          <a:xfrm>
            <a:off x="4692015" y="2701427"/>
            <a:ext cx="3415875" cy="2699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Example Tutorials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2"/>
              </a:rPr>
              <a:t>https://www.youtube.com/watch?v=DYcfitYGdJM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hlinkClick r:id="rId3"/>
              </a:rPr>
              <a:t>https://www.youtube.com/watch?v=MKLDsO6EYng</a:t>
            </a: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8DDA986-B6EE-4642-AC60-0490373E6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B62878-12EF-4E97-A284-47BAFC30D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79188D-1ED5-4705-B8C7-5D6FB7670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635" y="685800"/>
            <a:ext cx="8100729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040" y="1261137"/>
            <a:ext cx="6719920" cy="888360"/>
          </a:xfrm>
        </p:spPr>
        <p:txBody>
          <a:bodyPr anchor="b">
            <a:normAutofit/>
          </a:bodyPr>
          <a:lstStyle/>
          <a:p>
            <a:r>
              <a:rPr lang="en-GB" sz="2800">
                <a:solidFill>
                  <a:schemeClr val="tx1">
                    <a:lumMod val="65000"/>
                    <a:lumOff val="35000"/>
                  </a:schemeClr>
                </a:solidFill>
              </a:rPr>
              <a:t>Activity 4 – Tailored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2040" y="2427383"/>
            <a:ext cx="6719919" cy="3169482"/>
          </a:xfrm>
        </p:spPr>
        <p:txBody>
          <a:bodyPr anchor="t">
            <a:normAutofit/>
          </a:bodyPr>
          <a:lstStyle/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BigDan: Creature rig (flying allowed)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LittleDan: Slash/impact VFX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Claire: Modular wall with decay variants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Steven: Warhammer + blend shape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Damien: Small creature blockout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Callum: Procedural shader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Dave: Prefab testing tool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8DDA986-B6EE-4642-AC60-0490373E6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B62878-12EF-4E97-A284-47BAFC30D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79188D-1ED5-4705-B8C7-5D6FB7670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635" y="685800"/>
            <a:ext cx="8100729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040" y="1261137"/>
            <a:ext cx="6719920" cy="888360"/>
          </a:xfrm>
        </p:spPr>
        <p:txBody>
          <a:bodyPr anchor="b">
            <a:normAutofit/>
          </a:bodyPr>
          <a:lstStyle/>
          <a:p>
            <a:r>
              <a:rPr lang="en-GB" sz="2800">
                <a:solidFill>
                  <a:schemeClr val="tx1">
                    <a:lumMod val="65000"/>
                    <a:lumOff val="35000"/>
                  </a:schemeClr>
                </a:solidFill>
              </a:rPr>
              <a:t>Activity 5 – Tailored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2040" y="2427383"/>
            <a:ext cx="6719919" cy="3169482"/>
          </a:xfrm>
        </p:spPr>
        <p:txBody>
          <a:bodyPr anchor="t">
            <a:normAutofit/>
          </a:bodyPr>
          <a:lstStyle/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BigDan: Rig Damien’s Activity 4 model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LittleDan: Smoke puff VFX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Claire: Small prop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Steven: Ornate dagger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Damien: Large creature + detachable limb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Callum: Vertex animation shader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Dave: Input-driven test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8DDA986-B6EE-4642-AC60-0490373E6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B62878-12EF-4E97-A284-47BAFC30D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79188D-1ED5-4705-B8C7-5D6FB7670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635" y="685800"/>
            <a:ext cx="8100729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040" y="1261137"/>
            <a:ext cx="6719920" cy="888360"/>
          </a:xfrm>
        </p:spPr>
        <p:txBody>
          <a:bodyPr anchor="b">
            <a:normAutofit/>
          </a:bodyPr>
          <a:lstStyle/>
          <a:p>
            <a:r>
              <a:rPr lang="en-GB" sz="2800">
                <a:solidFill>
                  <a:schemeClr val="tx1">
                    <a:lumMod val="65000"/>
                    <a:lumOff val="35000"/>
                  </a:schemeClr>
                </a:solidFill>
              </a:rPr>
              <a:t>Activity 6 – Tailored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2040" y="2427383"/>
            <a:ext cx="6719919" cy="3169482"/>
          </a:xfrm>
        </p:spPr>
        <p:txBody>
          <a:bodyPr anchor="t">
            <a:normAutofit/>
          </a:bodyPr>
          <a:lstStyle/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BigDan: One skeleton → two models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LittleDan: Fire VFX with variable color/height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Claire: Build Unity scene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Steven: Extend earlier weapon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Damien: Extend someone else’s asset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Callum: Dissolve shader</a:t>
            </a:r>
          </a:p>
          <a:p>
            <a:r>
              <a:rPr lang="en-GB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Dave: Prefab validator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GB" sz="6300"/>
              <a:t>Closing &amp;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00"/>
              <a:t>Check:</a:t>
            </a:r>
          </a:p>
          <a:p>
            <a:pPr>
              <a:lnSpc>
                <a:spcPct val="90000"/>
              </a:lnSpc>
            </a:pPr>
            <a:r>
              <a:rPr lang="en-GB" sz="1800"/>
              <a:t>- Silhouette</a:t>
            </a:r>
          </a:p>
          <a:p>
            <a:pPr>
              <a:lnSpc>
                <a:spcPct val="90000"/>
              </a:lnSpc>
            </a:pPr>
            <a:r>
              <a:rPr lang="en-GB" sz="1800"/>
              <a:t>- Scale</a:t>
            </a:r>
          </a:p>
          <a:p>
            <a:pPr>
              <a:lnSpc>
                <a:spcPct val="90000"/>
              </a:lnSpc>
            </a:pPr>
            <a:r>
              <a:rPr lang="en-GB" sz="1800"/>
              <a:t>- Pivots</a:t>
            </a:r>
          </a:p>
          <a:p>
            <a:pPr>
              <a:lnSpc>
                <a:spcPct val="90000"/>
              </a:lnSpc>
            </a:pPr>
            <a:r>
              <a:rPr lang="en-GB" sz="1800"/>
              <a:t>- Naming</a:t>
            </a:r>
          </a:p>
          <a:p>
            <a:pPr>
              <a:lnSpc>
                <a:spcPct val="90000"/>
              </a:lnSpc>
            </a:pPr>
            <a:r>
              <a:rPr lang="en-GB" sz="1800"/>
              <a:t>- Git workflow</a:t>
            </a:r>
          </a:p>
          <a:p>
            <a:pPr>
              <a:lnSpc>
                <a:spcPct val="90000"/>
              </a:lnSpc>
            </a:pPr>
            <a:endParaRPr lang="en-GB" sz="1800"/>
          </a:p>
          <a:p>
            <a:pPr>
              <a:lnSpc>
                <a:spcPct val="90000"/>
              </a:lnSpc>
            </a:pPr>
            <a:r>
              <a:rPr lang="en-GB" sz="1800"/>
              <a:t>Stretch Goals:</a:t>
            </a:r>
          </a:p>
          <a:p>
            <a:pPr>
              <a:lnSpc>
                <a:spcPct val="90000"/>
              </a:lnSpc>
            </a:pPr>
            <a:r>
              <a:rPr lang="en-GB" sz="1800"/>
              <a:t>Variants, quick textures, automation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361</Words>
  <Application>Microsoft Office PowerPoint</Application>
  <PresentationFormat>On-screen Show (4:3)</PresentationFormat>
  <Paragraphs>72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Workflow Practice Session</vt:lpstr>
      <vt:lpstr>Activity 1 – One-Handed Sword</vt:lpstr>
      <vt:lpstr>Activity 2 – One-Handed Axe</vt:lpstr>
      <vt:lpstr>Activity 3 – Ranged Weapon</vt:lpstr>
      <vt:lpstr>Activity 4 – Tailored Tasks</vt:lpstr>
      <vt:lpstr>Activity 5 – Tailored Tasks</vt:lpstr>
      <vt:lpstr>Activity 6 – Tailored Tasks</vt:lpstr>
      <vt:lpstr>Closing &amp; Review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Mulgrew</cp:lastModifiedBy>
  <cp:revision>2</cp:revision>
  <dcterms:created xsi:type="dcterms:W3CDTF">2013-01-27T09:14:16Z</dcterms:created>
  <dcterms:modified xsi:type="dcterms:W3CDTF">2025-11-16T21:22:21Z</dcterms:modified>
  <cp:category/>
</cp:coreProperties>
</file>