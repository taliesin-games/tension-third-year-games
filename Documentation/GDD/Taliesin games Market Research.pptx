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02" r:id="rId5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367"/>
    <a:srgbClr val="DEAD22"/>
    <a:srgbClr val="E28225"/>
    <a:srgbClr val="26CBEE"/>
    <a:srgbClr val="36C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0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Peacey" userId="acd164b3-0e64-4044-b85b-ec6af039a31a" providerId="ADAL" clId="{E18EFD1A-C7FF-43B9-A8E2-36CC327A4D60}"/>
    <pc:docChg chg="custSel delSld modSld">
      <pc:chgData name="Claire Peacey" userId="acd164b3-0e64-4044-b85b-ec6af039a31a" providerId="ADAL" clId="{E18EFD1A-C7FF-43B9-A8E2-36CC327A4D60}" dt="2025-10-22T18:03:18.381" v="8" actId="478"/>
      <pc:docMkLst>
        <pc:docMk/>
      </pc:docMkLst>
      <pc:sldChg chg="del">
        <pc:chgData name="Claire Peacey" userId="acd164b3-0e64-4044-b85b-ec6af039a31a" providerId="ADAL" clId="{E18EFD1A-C7FF-43B9-A8E2-36CC327A4D60}" dt="2025-10-22T18:02:52.238" v="0" actId="47"/>
        <pc:sldMkLst>
          <pc:docMk/>
          <pc:sldMk cId="3899961691" sldId="282"/>
        </pc:sldMkLst>
      </pc:sldChg>
      <pc:sldChg chg="del">
        <pc:chgData name="Claire Peacey" userId="acd164b3-0e64-4044-b85b-ec6af039a31a" providerId="ADAL" clId="{E18EFD1A-C7FF-43B9-A8E2-36CC327A4D60}" dt="2025-10-22T18:02:57.168" v="7" actId="47"/>
        <pc:sldMkLst>
          <pc:docMk/>
          <pc:sldMk cId="3188837873" sldId="284"/>
        </pc:sldMkLst>
      </pc:sldChg>
      <pc:sldChg chg="del">
        <pc:chgData name="Claire Peacey" userId="acd164b3-0e64-4044-b85b-ec6af039a31a" providerId="ADAL" clId="{E18EFD1A-C7FF-43B9-A8E2-36CC327A4D60}" dt="2025-10-22T18:02:55.828" v="5" actId="47"/>
        <pc:sldMkLst>
          <pc:docMk/>
          <pc:sldMk cId="4091674644" sldId="292"/>
        </pc:sldMkLst>
      </pc:sldChg>
      <pc:sldChg chg="del">
        <pc:chgData name="Claire Peacey" userId="acd164b3-0e64-4044-b85b-ec6af039a31a" providerId="ADAL" clId="{E18EFD1A-C7FF-43B9-A8E2-36CC327A4D60}" dt="2025-10-22T18:02:56.423" v="6" actId="47"/>
        <pc:sldMkLst>
          <pc:docMk/>
          <pc:sldMk cId="2088623003" sldId="297"/>
        </pc:sldMkLst>
      </pc:sldChg>
      <pc:sldChg chg="del">
        <pc:chgData name="Claire Peacey" userId="acd164b3-0e64-4044-b85b-ec6af039a31a" providerId="ADAL" clId="{E18EFD1A-C7FF-43B9-A8E2-36CC327A4D60}" dt="2025-10-22T18:02:52.985" v="1" actId="47"/>
        <pc:sldMkLst>
          <pc:docMk/>
          <pc:sldMk cId="3753665826" sldId="298"/>
        </pc:sldMkLst>
      </pc:sldChg>
      <pc:sldChg chg="del">
        <pc:chgData name="Claire Peacey" userId="acd164b3-0e64-4044-b85b-ec6af039a31a" providerId="ADAL" clId="{E18EFD1A-C7FF-43B9-A8E2-36CC327A4D60}" dt="2025-10-22T18:02:53.863" v="2" actId="47"/>
        <pc:sldMkLst>
          <pc:docMk/>
          <pc:sldMk cId="1205348288" sldId="299"/>
        </pc:sldMkLst>
      </pc:sldChg>
      <pc:sldChg chg="del">
        <pc:chgData name="Claire Peacey" userId="acd164b3-0e64-4044-b85b-ec6af039a31a" providerId="ADAL" clId="{E18EFD1A-C7FF-43B9-A8E2-36CC327A4D60}" dt="2025-10-22T18:02:54.777" v="3" actId="47"/>
        <pc:sldMkLst>
          <pc:docMk/>
          <pc:sldMk cId="1776519928" sldId="300"/>
        </pc:sldMkLst>
      </pc:sldChg>
      <pc:sldChg chg="del">
        <pc:chgData name="Claire Peacey" userId="acd164b3-0e64-4044-b85b-ec6af039a31a" providerId="ADAL" clId="{E18EFD1A-C7FF-43B9-A8E2-36CC327A4D60}" dt="2025-10-22T18:02:55.354" v="4" actId="47"/>
        <pc:sldMkLst>
          <pc:docMk/>
          <pc:sldMk cId="1976034816" sldId="301"/>
        </pc:sldMkLst>
      </pc:sldChg>
      <pc:sldChg chg="delSp mod">
        <pc:chgData name="Claire Peacey" userId="acd164b3-0e64-4044-b85b-ec6af039a31a" providerId="ADAL" clId="{E18EFD1A-C7FF-43B9-A8E2-36CC327A4D60}" dt="2025-10-22T18:03:18.381" v="8" actId="478"/>
        <pc:sldMkLst>
          <pc:docMk/>
          <pc:sldMk cId="1381337373" sldId="302"/>
        </pc:sldMkLst>
        <pc:spChg chg="del">
          <ac:chgData name="Claire Peacey" userId="acd164b3-0e64-4044-b85b-ec6af039a31a" providerId="ADAL" clId="{E18EFD1A-C7FF-43B9-A8E2-36CC327A4D60}" dt="2025-10-22T18:03:18.381" v="8" actId="478"/>
          <ac:spMkLst>
            <pc:docMk/>
            <pc:sldMk cId="1381337373" sldId="302"/>
            <ac:spMk id="95" creationId="{26B3C81C-9DF3-B636-90F0-798D3E09026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6507AE-D7F0-4D10-ACA2-0577E3DC8981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174D8C8-619E-434F-8963-DD3EF0B9A71E}">
      <dgm:prSet phldrT="[Text]" phldr="0"/>
      <dgm:spPr/>
      <dgm:t>
        <a:bodyPr/>
        <a:lstStyle/>
        <a:p>
          <a:pPr algn="l"/>
          <a:endParaRPr lang="en-GB" dirty="0"/>
        </a:p>
      </dgm:t>
    </dgm:pt>
    <dgm:pt modelId="{8B096E87-4D51-4840-B8E1-CA16D37356C1}" type="sibTrans" cxnId="{5144249B-50B2-4130-8550-83F01745D0AD}">
      <dgm:prSet/>
      <dgm:spPr>
        <a:blipFill>
          <a:blip xmlns:r="http://schemas.openxmlformats.org/officeDocument/2006/relationships" r:embed="rId1"/>
          <a:srcRect/>
          <a:stretch>
            <a:fillRect l="-102000" r="-102000"/>
          </a:stretch>
        </a:blipFill>
      </dgm:spPr>
      <dgm:t>
        <a:bodyPr/>
        <a:lstStyle/>
        <a:p>
          <a:endParaRPr lang="en-GB"/>
        </a:p>
      </dgm:t>
      <dgm:extLst>
        <a:ext uri="{E40237B7-FDA0-4F09-8148-C483321AD2D9}">
          <dgm14:cNvPr xmlns:dgm14="http://schemas.microsoft.com/office/drawing/2010/diagram" id="0" name="" descr="A purple circle with a hole in the middle&#10;&#10;AI-generated content may be incorrect.">
            <a:extLst>
              <a:ext uri="{FF2B5EF4-FFF2-40B4-BE49-F238E27FC236}">
                <a16:creationId xmlns:a16="http://schemas.microsoft.com/office/drawing/2014/main" id="{D42CD39E-D9B6-C6A0-A46B-C103CA7077BC}"/>
              </a:ext>
            </a:extLst>
          </dgm14:cNvPr>
        </a:ext>
      </dgm:extLst>
    </dgm:pt>
    <dgm:pt modelId="{4D547CCB-4500-4B91-A4F0-DC2755EA300E}" type="parTrans" cxnId="{5144249B-50B2-4130-8550-83F01745D0AD}">
      <dgm:prSet/>
      <dgm:spPr/>
      <dgm:t>
        <a:bodyPr/>
        <a:lstStyle/>
        <a:p>
          <a:endParaRPr lang="en-GB"/>
        </a:p>
      </dgm:t>
    </dgm:pt>
    <dgm:pt modelId="{D0D7925F-0B46-4BAE-A514-F1E44C389AA1}" type="pres">
      <dgm:prSet presAssocID="{F56507AE-D7F0-4D10-ACA2-0577E3DC8981}" presName="Name0" presStyleCnt="0">
        <dgm:presLayoutVars>
          <dgm:dir/>
        </dgm:presLayoutVars>
      </dgm:prSet>
      <dgm:spPr/>
    </dgm:pt>
    <dgm:pt modelId="{867372DA-0A6A-40FB-B33F-2C659B0A6A94}" type="pres">
      <dgm:prSet presAssocID="{8B096E87-4D51-4840-B8E1-CA16D37356C1}" presName="picture_1" presStyleLbl="bgImgPlace1" presStyleIdx="0" presStyleCnt="1" custLinFactX="-2619" custLinFactNeighborX="-100000" custLinFactNeighborY="-82"/>
      <dgm:spPr/>
    </dgm:pt>
    <dgm:pt modelId="{22DA5BCB-ADBC-4842-8687-7D61EDF6F6FC}" type="pres">
      <dgm:prSet presAssocID="{D174D8C8-619E-434F-8963-DD3EF0B9A71E}" presName="text_1" presStyleLbl="node1" presStyleIdx="0" presStyleCnt="0" custScaleY="58380" custLinFactX="-20747" custLinFactNeighborX="-100000" custLinFactNeighborY="20792">
        <dgm:presLayoutVars>
          <dgm:bulletEnabled val="1"/>
        </dgm:presLayoutVars>
      </dgm:prSet>
      <dgm:spPr/>
    </dgm:pt>
    <dgm:pt modelId="{DB20041A-B0B6-47AF-B463-EDDC078155A0}" type="pres">
      <dgm:prSet presAssocID="{F56507AE-D7F0-4D10-ACA2-0577E3DC8981}" presName="maxNode" presStyleCnt="0"/>
      <dgm:spPr/>
    </dgm:pt>
    <dgm:pt modelId="{193E9520-AF8C-44EB-9E9E-99A92B8D2017}" type="pres">
      <dgm:prSet presAssocID="{F56507AE-D7F0-4D10-ACA2-0577E3DC8981}" presName="Name33" presStyleCnt="0"/>
      <dgm:spPr/>
    </dgm:pt>
  </dgm:ptLst>
  <dgm:cxnLst>
    <dgm:cxn modelId="{4A301B3A-62DF-4D2F-BA43-6FEF07981A94}" type="presOf" srcId="{F56507AE-D7F0-4D10-ACA2-0577E3DC8981}" destId="{D0D7925F-0B46-4BAE-A514-F1E44C389AA1}" srcOrd="0" destOrd="0" presId="urn:microsoft.com/office/officeart/2008/layout/AccentedPicture"/>
    <dgm:cxn modelId="{7437EA59-E088-4658-86D0-53EBEC9408DC}" type="presOf" srcId="{8B096E87-4D51-4840-B8E1-CA16D37356C1}" destId="{867372DA-0A6A-40FB-B33F-2C659B0A6A94}" srcOrd="0" destOrd="0" presId="urn:microsoft.com/office/officeart/2008/layout/AccentedPicture"/>
    <dgm:cxn modelId="{5144249B-50B2-4130-8550-83F01745D0AD}" srcId="{F56507AE-D7F0-4D10-ACA2-0577E3DC8981}" destId="{D174D8C8-619E-434F-8963-DD3EF0B9A71E}" srcOrd="0" destOrd="0" parTransId="{4D547CCB-4500-4B91-A4F0-DC2755EA300E}" sibTransId="{8B096E87-4D51-4840-B8E1-CA16D37356C1}"/>
    <dgm:cxn modelId="{1B7642BD-A96E-452A-BA40-668778F09E5A}" type="presOf" srcId="{D174D8C8-619E-434F-8963-DD3EF0B9A71E}" destId="{22DA5BCB-ADBC-4842-8687-7D61EDF6F6FC}" srcOrd="0" destOrd="0" presId="urn:microsoft.com/office/officeart/2008/layout/AccentedPicture"/>
    <dgm:cxn modelId="{71672E77-3258-42A8-8429-46F3B9810F56}" type="presParOf" srcId="{D0D7925F-0B46-4BAE-A514-F1E44C389AA1}" destId="{867372DA-0A6A-40FB-B33F-2C659B0A6A94}" srcOrd="0" destOrd="0" presId="urn:microsoft.com/office/officeart/2008/layout/AccentedPicture"/>
    <dgm:cxn modelId="{7ADFABC2-1752-4832-A4A4-5AC09639EF67}" type="presParOf" srcId="{D0D7925F-0B46-4BAE-A514-F1E44C389AA1}" destId="{22DA5BCB-ADBC-4842-8687-7D61EDF6F6FC}" srcOrd="1" destOrd="0" presId="urn:microsoft.com/office/officeart/2008/layout/AccentedPicture"/>
    <dgm:cxn modelId="{B97D7F8E-468E-4511-975B-30635B4384EC}" type="presParOf" srcId="{D0D7925F-0B46-4BAE-A514-F1E44C389AA1}" destId="{DB20041A-B0B6-47AF-B463-EDDC078155A0}" srcOrd="2" destOrd="0" presId="urn:microsoft.com/office/officeart/2008/layout/AccentedPicture"/>
    <dgm:cxn modelId="{024C8EA8-C244-43A4-A832-9EAC07B1087D}" type="presParOf" srcId="{DB20041A-B0B6-47AF-B463-EDDC078155A0}" destId="{193E9520-AF8C-44EB-9E9E-99A92B8D2017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372DA-0A6A-40FB-B33F-2C659B0A6A94}">
      <dsp:nvSpPr>
        <dsp:cNvPr id="0" name=""/>
        <dsp:cNvSpPr/>
      </dsp:nvSpPr>
      <dsp:spPr>
        <a:xfrm>
          <a:off x="0" y="0"/>
          <a:ext cx="2598450" cy="3314350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102000" r="-10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DA5BCB-ADBC-4842-8687-7D61EDF6F6FC}">
      <dsp:nvSpPr>
        <dsp:cNvPr id="0" name=""/>
        <dsp:cNvSpPr/>
      </dsp:nvSpPr>
      <dsp:spPr>
        <a:xfrm>
          <a:off x="346774" y="2153041"/>
          <a:ext cx="2000806" cy="116095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b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300" kern="1200" dirty="0"/>
        </a:p>
      </dsp:txBody>
      <dsp:txXfrm>
        <a:off x="346774" y="2153041"/>
        <a:ext cx="2000806" cy="1160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5FAA28-D333-4D57-AF0E-BDF53B4498B2}" type="datetime1">
              <a:rPr lang="en-GB" smtClean="0"/>
              <a:t>22/10/2025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03277C-3F5C-4673-8D79-1738A329ED93}" type="datetime1">
              <a:rPr lang="en-GB" noProof="0" smtClean="0"/>
              <a:t>22/10/2025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C9106-8CB9-310C-AC0B-CB2A4549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BD740-37D4-8352-7DFB-FB084C818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B3A1F-359D-8BC2-EC6E-4EA318E75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40E1A-DF07-7338-9A44-CFD8D56A0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002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0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1904" y="4650539"/>
            <a:ext cx="3401478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54ED587-2D2F-4D3F-B55B-C64465AB4EC5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181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:a16="http://schemas.microsoft.com/office/drawing/2014/main" id="{069FFAE5-B16E-4571-88F7-52FA5354B1A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73" y="63691"/>
            <a:ext cx="9911201" cy="6727346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46296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418" y="4650539"/>
            <a:ext cx="2456210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8A99C-9485-48F0-8E1E-227AD1348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473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1599E2D7-24B3-4D66-9AFB-83C1AEC4DBB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980476" y="0"/>
            <a:ext cx="2211524" cy="619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86" y="1807950"/>
            <a:ext cx="5184913" cy="432000"/>
          </a:xfrm>
        </p:spPr>
        <p:txBody>
          <a:bodyPr rtlCol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44886" y="2383950"/>
            <a:ext cx="5184913" cy="360000"/>
          </a:xfrm>
        </p:spPr>
        <p:txBody>
          <a:bodyPr rtlCol="0"/>
          <a:lstStyle>
            <a:lvl1pPr marL="0" indent="0" algn="r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5000" y="2908300"/>
            <a:ext cx="5184800" cy="3283700"/>
          </a:xfrm>
          <a:solidFill>
            <a:schemeClr val="bg1"/>
          </a:solidFill>
        </p:spPr>
        <p:txBody>
          <a:bodyPr lIns="180000" tIns="252000" rIns="252000" rtlCol="0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23393" y="1343906"/>
            <a:ext cx="3736800" cy="3933645"/>
          </a:xfrm>
          <a:solidFill>
            <a:schemeClr val="bg1"/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1E79-BA17-41C5-98B7-CFBC5859A51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492C2A1D-F7BD-46B6-BC01-15D365ACD5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60193" y="1344803"/>
            <a:ext cx="3737526" cy="3933645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4F1543-153D-4F77-A4A9-C9BBA1C2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31100" cy="4320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AA210E-391A-499A-89D5-F222045FD1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68959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4719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432296"/>
            <a:ext cx="4500000" cy="527076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4500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29800" y="1433105"/>
            <a:ext cx="4500000" cy="525283"/>
          </a:xfrm>
          <a:solidFill>
            <a:schemeClr val="tx1"/>
          </a:solidFill>
        </p:spPr>
        <p:txBody>
          <a:bodyPr lIns="180000" tIns="36000" rtlCol="0" anchor="ctr"/>
          <a:lstStyle>
            <a:lvl1pPr marL="0" indent="0">
              <a:buNone/>
              <a:defRPr sz="2400" b="1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9800" y="2020359"/>
            <a:ext cx="4500000" cy="4170891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432000"/>
            <a:ext cx="5472113" cy="5759250"/>
          </a:xfrm>
          <a:solidFill>
            <a:schemeClr val="tx1">
              <a:lumMod val="75000"/>
              <a:lumOff val="2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75314" y="5096632"/>
            <a:ext cx="2028686" cy="1094618"/>
          </a:xfrm>
        </p:spPr>
        <p:txBody>
          <a:bodyPr rtlCol="0" anchor="b"/>
          <a:lstStyle>
            <a:lvl1pPr marL="0" indent="0" algn="r">
              <a:buNone/>
              <a:defRPr i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EFF903-F1F3-440A-B12C-9FD51606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-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4360" y="2112793"/>
            <a:ext cx="6798250" cy="1674470"/>
          </a:xfrm>
        </p:spPr>
        <p:txBody>
          <a:bodyPr rtlCol="0" anchor="ctr"/>
          <a:lstStyle>
            <a:lvl1pPr algn="ctr">
              <a:lnSpc>
                <a:spcPct val="100000"/>
              </a:lnSpc>
              <a:defRPr sz="6000" b="1" cap="all" spc="-30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A3EFDD3-A9D2-4EB6-BB2A-F6999D9F7E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74361" y="4035727"/>
            <a:ext cx="3329850" cy="382887"/>
          </a:xfrm>
        </p:spPr>
        <p:txBody>
          <a:bodyPr rtlCol="0"/>
          <a:lstStyle>
            <a:lvl1pPr marL="0" indent="0" algn="r">
              <a:buNone/>
              <a:defRPr sz="2400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Full Name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1ED1F7-B623-43D9-9BDA-8808C5CFAF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2268" y="4150118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Phone Number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27366FC-4115-4122-9CE2-5FA9D424AD5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62268" y="4540691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Email or Social Media Handle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EB36829-2F8B-4E22-AB6D-4111D18AF8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62268" y="4931263"/>
            <a:ext cx="2910342" cy="238016"/>
          </a:xfrm>
        </p:spPr>
        <p:txBody>
          <a:bodyPr rtlCol="0"/>
          <a:lstStyle>
            <a:lvl1pPr marL="0" indent="0" algn="l">
              <a:buNone/>
              <a:defRPr sz="1400" i="1"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31890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953D-28FC-41B5-A1BB-BB3BA7CA40B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916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2900" y="1511476"/>
            <a:ext cx="2916000" cy="4679249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800" y="1511475"/>
            <a:ext cx="2916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9198000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1764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0450" y="1512000"/>
            <a:ext cx="1764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8900" y="1512000"/>
            <a:ext cx="1764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07350" y="1507535"/>
            <a:ext cx="1764000" cy="4679250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65800" y="1507535"/>
            <a:ext cx="1764000" cy="4683715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8293F-A5B5-4FCC-BF27-A25B1BAFF24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9198116" cy="360000"/>
          </a:xfrm>
        </p:spPr>
        <p:txBody>
          <a:bodyPr rtlCol="0"/>
          <a:lstStyle>
            <a:lvl1pPr marL="0" indent="0">
              <a:buNone/>
              <a:defRPr i="1"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01980-CBAE-4A50-886D-54D7BB2E19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DF756E-F310-4229-ACDD-055D299A95FB}"/>
              </a:ext>
            </a:extLst>
          </p:cNvPr>
          <p:cNvSpPr/>
          <p:nvPr userDrawn="1"/>
        </p:nvSpPr>
        <p:spPr>
          <a:xfrm>
            <a:off x="6297105" y="424206"/>
            <a:ext cx="5505254" cy="57314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5951D2-91DB-40E7-95D5-4B372602DE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666241-4AF6-458A-A571-6C6C291D7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2775" y="3639199"/>
            <a:ext cx="5053936" cy="1192038"/>
          </a:xfrm>
          <a:solidFill>
            <a:schemeClr val="bg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4F2BBF-F210-4954-9C73-A0030AACD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775" y="993303"/>
            <a:ext cx="5053936" cy="2513468"/>
          </a:xfrm>
        </p:spPr>
        <p:txBody>
          <a:bodyPr rtlCol="0"/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7779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D1EE834-4B70-4715-8346-1C0298347E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046375"/>
            <a:ext cx="9198000" cy="513058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008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43F4C-1A64-4197-A44B-E6EB874E243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046376"/>
            <a:ext cx="4435831" cy="513058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B3F5B8-DC28-4878-AC9F-D434D7542D8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94169" y="1046376"/>
            <a:ext cx="4435831" cy="5130588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3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B97B01E-88B2-448F-BD96-A1AAFA39AC1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068420"/>
            <a:ext cx="4434840" cy="823912"/>
          </a:xfrm>
          <a:solidFill>
            <a:schemeClr val="tx1"/>
          </a:solidFill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0BADDE2-4EE6-41B4-804C-EBF680128B4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195160" y="1068420"/>
            <a:ext cx="4434840" cy="823912"/>
          </a:xfrm>
          <a:solidFill>
            <a:schemeClr val="tx1"/>
          </a:solidFill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B0A14E0-899D-4594-BC9E-AE89BF0D3A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1" y="2096752"/>
            <a:ext cx="4434840" cy="4092911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2C699014-D902-4E9A-80CD-8D2BCFE6709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195160" y="2096752"/>
            <a:ext cx="4434840" cy="4092911"/>
          </a:xfrm>
        </p:spPr>
        <p:txBody>
          <a:bodyPr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46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53EF1-D412-467C-B7CE-30536F140A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0722" y="457201"/>
            <a:ext cx="6023727" cy="5726784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2000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32000" y="6356350"/>
            <a:ext cx="4114800" cy="365125"/>
          </a:xfrm>
        </p:spPr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67C685-BABE-4B77-8C5E-B39B093D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457200"/>
            <a:ext cx="3159612" cy="1600200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6B7795-36CC-459B-AE8B-7FB2F40AF3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32001" y="2057400"/>
            <a:ext cx="3159612" cy="4126584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0319378-269C-406E-9B84-FCF22DA02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88021" y="457201"/>
            <a:ext cx="5949868" cy="5726784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2147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9198000" cy="432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D237A-BD90-4D90-B328-7F1A502A266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3779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0D190-B83D-438A-91BC-470C41B22A2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C8D0EF-1DB6-4ADC-8F31-5AE53BF5EAF4}"/>
              </a:ext>
            </a:extLst>
          </p:cNvPr>
          <p:cNvSpPr/>
          <p:nvPr userDrawn="1"/>
        </p:nvSpPr>
        <p:spPr>
          <a:xfrm>
            <a:off x="69274" y="66963"/>
            <a:ext cx="9911201" cy="67273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208ED-79A0-4B2C-A5EE-9D27466BCA3F}"/>
              </a:ext>
            </a:extLst>
          </p:cNvPr>
          <p:cNvSpPr/>
          <p:nvPr userDrawn="1"/>
        </p:nvSpPr>
        <p:spPr>
          <a:xfrm>
            <a:off x="11407775" y="6356350"/>
            <a:ext cx="784225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9198116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n-GB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9198116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7502" y="6401750"/>
            <a:ext cx="278418" cy="27432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fld id="{19B51A1E-902D-48AF-9020-955120F399B6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9630116" y="6346108"/>
            <a:ext cx="1662546" cy="404658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>
              <a:lnSpc>
                <a:spcPts val="1400"/>
              </a:lnSpc>
            </a:pPr>
            <a:r>
              <a:rPr lang="en-GB" sz="1600" b="1" spc="-100" noProof="0">
                <a:solidFill>
                  <a:schemeClr val="tx1">
                    <a:lumMod val="50000"/>
                    <a:lumOff val="50000"/>
                  </a:schemeClr>
                </a:solidFill>
                <a:latin typeface="Corbel" panose="020B0503020204020204" pitchFamily="34" charset="0"/>
              </a:rPr>
              <a:t>WOODGROVE</a:t>
            </a:r>
            <a:r>
              <a:rPr lang="en-GB" sz="1600" b="1" spc="-100" noProof="0">
                <a:solidFill>
                  <a:schemeClr val="accent1"/>
                </a:solidFill>
                <a:latin typeface="Corbel" panose="020B0503020204020204" pitchFamily="34" charset="0"/>
              </a:rPr>
              <a:t> </a:t>
            </a:r>
            <a:r>
              <a:rPr lang="en-GB" sz="1600" b="1" spc="-100" noProof="0">
                <a:solidFill>
                  <a:schemeClr val="tx1"/>
                </a:solidFill>
                <a:latin typeface="Corbel" panose="020B0503020204020204" pitchFamily="34" charset="0"/>
              </a:rPr>
              <a:t>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22F68-670D-45A0-A54F-7E70BCEAED3F}"/>
              </a:ext>
            </a:extLst>
          </p:cNvPr>
          <p:cNvSpPr/>
          <p:nvPr userDrawn="1"/>
        </p:nvSpPr>
        <p:spPr>
          <a:xfrm>
            <a:off x="0" y="6794309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5F15-353A-4344-8D61-F4E25AA9FB6C}"/>
              </a:ext>
            </a:extLst>
          </p:cNvPr>
          <p:cNvSpPr/>
          <p:nvPr userDrawn="1"/>
        </p:nvSpPr>
        <p:spPr>
          <a:xfrm>
            <a:off x="0" y="0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A0C0AA-FCE8-4A7F-928A-54C96BBA9053}"/>
              </a:ext>
            </a:extLst>
          </p:cNvPr>
          <p:cNvSpPr/>
          <p:nvPr userDrawn="1"/>
        </p:nvSpPr>
        <p:spPr>
          <a:xfrm rot="5400000">
            <a:off x="-3378441" y="3410285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5" r:id="rId5"/>
    <p:sldLayoutId id="2147483659" r:id="rId6"/>
    <p:sldLayoutId id="2147483660" r:id="rId7"/>
    <p:sldLayoutId id="2147483664" r:id="rId8"/>
    <p:sldLayoutId id="2147483650" r:id="rId9"/>
    <p:sldLayoutId id="2147483656" r:id="rId10"/>
    <p:sldLayoutId id="2147483657" r:id="rId11"/>
    <p:sldLayoutId id="2147483654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55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7.png"/><Relationship Id="rId18" Type="http://schemas.openxmlformats.org/officeDocument/2006/relationships/image" Target="../media/image12.sv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6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sv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.png"/><Relationship Id="rId24" Type="http://schemas.openxmlformats.org/officeDocument/2006/relationships/image" Target="../media/image18.svg"/><Relationship Id="rId5" Type="http://schemas.openxmlformats.org/officeDocument/2006/relationships/diagramLayout" Target="../diagrams/layout1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10" Type="http://schemas.openxmlformats.org/officeDocument/2006/relationships/image" Target="../media/image4.svg"/><Relationship Id="rId19" Type="http://schemas.openxmlformats.org/officeDocument/2006/relationships/image" Target="../media/image13.png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Relationship Id="rId14" Type="http://schemas.openxmlformats.org/officeDocument/2006/relationships/image" Target="../media/image8.svg"/><Relationship Id="rId22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8FA7-D7A1-7679-D1B7-F5A3CE7D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CD89FA-0D09-E71F-23AB-D2CC2F4DD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2866" y="-21684"/>
            <a:ext cx="6798250" cy="1674470"/>
          </a:xfrm>
        </p:spPr>
        <p:txBody>
          <a:bodyPr vert="horz" lIns="0" tIns="0" rIns="0" bIns="0" rtlCol="0"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GB" sz="4200" b="1" kern="1200" cap="all" spc="-300" baseline="0" dirty="0">
                <a:latin typeface="+mj-lt"/>
                <a:ea typeface="+mj-ea"/>
                <a:cs typeface="+mj-cs"/>
              </a:rPr>
              <a:t>Taliesin games</a:t>
            </a:r>
            <a:br>
              <a:rPr lang="en-GB" sz="4200" b="1" kern="1200" cap="all" spc="-300" baseline="0" dirty="0">
                <a:latin typeface="+mj-lt"/>
                <a:ea typeface="+mj-ea"/>
                <a:cs typeface="+mj-cs"/>
              </a:rPr>
            </a:br>
            <a:r>
              <a:rPr lang="en-GB" sz="4200" b="1" kern="1200" cap="all" spc="-300" baseline="0" dirty="0">
                <a:latin typeface="+mj-lt"/>
                <a:ea typeface="+mj-ea"/>
                <a:cs typeface="+mj-cs"/>
              </a:rPr>
              <a:t>market research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B62A02F6-DDAB-A38A-46D2-35EC9E312C4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t="1189" b="1189"/>
          <a:stretch/>
        </p:blipFill>
        <p:spPr>
          <a:xfrm>
            <a:off x="9980476" y="0"/>
            <a:ext cx="2211524" cy="6858000"/>
          </a:xfr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805D475-A99F-1A24-32F9-E072B2C13712}"/>
              </a:ext>
            </a:extLst>
          </p:cNvPr>
          <p:cNvGrpSpPr/>
          <p:nvPr/>
        </p:nvGrpSpPr>
        <p:grpSpPr>
          <a:xfrm>
            <a:off x="323658" y="1655748"/>
            <a:ext cx="4544170" cy="4689700"/>
            <a:chOff x="631595" y="1674470"/>
            <a:chExt cx="4197043" cy="4689700"/>
          </a:xfrm>
          <a:gradFill flip="none" rotWithShape="1">
            <a:gsLst>
              <a:gs pos="3000">
                <a:srgbClr val="00B050"/>
              </a:gs>
              <a:gs pos="50000">
                <a:schemeClr val="tx2">
                  <a:lumMod val="95000"/>
                  <a:lumOff val="5000"/>
                </a:schemeClr>
              </a:gs>
            </a:gsLst>
            <a:lin ang="10800000" scaled="1"/>
            <a:tileRect/>
          </a:gradFill>
          <a:effectLst/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A59C4A93-C099-861C-C636-40990240C217}"/>
                </a:ext>
              </a:extLst>
            </p:cNvPr>
            <p:cNvSpPr/>
            <p:nvPr/>
          </p:nvSpPr>
          <p:spPr>
            <a:xfrm>
              <a:off x="3274018" y="1709976"/>
              <a:ext cx="1554620" cy="2344850"/>
            </a:xfrm>
            <a:custGeom>
              <a:avLst/>
              <a:gdLst>
                <a:gd name="connsiteX0" fmla="*/ 0 w 1683199"/>
                <a:gd name="connsiteY0" fmla="*/ 2344850 h 2344850"/>
                <a:gd name="connsiteX1" fmla="*/ 0 w 1683199"/>
                <a:gd name="connsiteY1" fmla="*/ 1805535 h 2344850"/>
                <a:gd name="connsiteX2" fmla="*/ 0 w 1683199"/>
                <a:gd name="connsiteY2" fmla="*/ 1242771 h 2344850"/>
                <a:gd name="connsiteX3" fmla="*/ 0 w 1683199"/>
                <a:gd name="connsiteY3" fmla="*/ 680007 h 2344850"/>
                <a:gd name="connsiteX4" fmla="*/ 0 w 1683199"/>
                <a:gd name="connsiteY4" fmla="*/ 0 h 2344850"/>
                <a:gd name="connsiteX5" fmla="*/ 353472 w 1683199"/>
                <a:gd name="connsiteY5" fmla="*/ 492419 h 2344850"/>
                <a:gd name="connsiteX6" fmla="*/ 656448 w 1683199"/>
                <a:gd name="connsiteY6" fmla="*/ 914492 h 2344850"/>
                <a:gd name="connsiteX7" fmla="*/ 1026751 w 1683199"/>
                <a:gd name="connsiteY7" fmla="*/ 1430359 h 2344850"/>
                <a:gd name="connsiteX8" fmla="*/ 1312895 w 1683199"/>
                <a:gd name="connsiteY8" fmla="*/ 1828983 h 2344850"/>
                <a:gd name="connsiteX9" fmla="*/ 1683199 w 1683199"/>
                <a:gd name="connsiteY9" fmla="*/ 2344850 h 2344850"/>
                <a:gd name="connsiteX10" fmla="*/ 1122133 w 1683199"/>
                <a:gd name="connsiteY10" fmla="*/ 2344850 h 2344850"/>
                <a:gd name="connsiteX11" fmla="*/ 561066 w 1683199"/>
                <a:gd name="connsiteY11" fmla="*/ 2344850 h 2344850"/>
                <a:gd name="connsiteX12" fmla="*/ 0 w 1683199"/>
                <a:gd name="connsiteY12" fmla="*/ 2344850 h 234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3199" h="2344850" fill="none" extrusionOk="0">
                  <a:moveTo>
                    <a:pt x="0" y="2344850"/>
                  </a:moveTo>
                  <a:cubicBezTo>
                    <a:pt x="-1831" y="2181144"/>
                    <a:pt x="-12279" y="1951713"/>
                    <a:pt x="0" y="1805535"/>
                  </a:cubicBezTo>
                  <a:cubicBezTo>
                    <a:pt x="12279" y="1659357"/>
                    <a:pt x="12874" y="1406226"/>
                    <a:pt x="0" y="1242771"/>
                  </a:cubicBezTo>
                  <a:cubicBezTo>
                    <a:pt x="-12874" y="1079316"/>
                    <a:pt x="-11213" y="846219"/>
                    <a:pt x="0" y="680007"/>
                  </a:cubicBezTo>
                  <a:cubicBezTo>
                    <a:pt x="11213" y="513795"/>
                    <a:pt x="-13308" y="162600"/>
                    <a:pt x="0" y="0"/>
                  </a:cubicBezTo>
                  <a:cubicBezTo>
                    <a:pt x="156537" y="167046"/>
                    <a:pt x="275464" y="356287"/>
                    <a:pt x="353472" y="492419"/>
                  </a:cubicBezTo>
                  <a:cubicBezTo>
                    <a:pt x="431480" y="628551"/>
                    <a:pt x="504426" y="716869"/>
                    <a:pt x="656448" y="914492"/>
                  </a:cubicBezTo>
                  <a:cubicBezTo>
                    <a:pt x="808470" y="1112115"/>
                    <a:pt x="843115" y="1183754"/>
                    <a:pt x="1026751" y="1430359"/>
                  </a:cubicBezTo>
                  <a:cubicBezTo>
                    <a:pt x="1210387" y="1676964"/>
                    <a:pt x="1236285" y="1692293"/>
                    <a:pt x="1312895" y="1828983"/>
                  </a:cubicBezTo>
                  <a:cubicBezTo>
                    <a:pt x="1389505" y="1965673"/>
                    <a:pt x="1583110" y="2236282"/>
                    <a:pt x="1683199" y="2344850"/>
                  </a:cubicBezTo>
                  <a:cubicBezTo>
                    <a:pt x="1428466" y="2341775"/>
                    <a:pt x="1309293" y="2348219"/>
                    <a:pt x="1122133" y="2344850"/>
                  </a:cubicBezTo>
                  <a:cubicBezTo>
                    <a:pt x="934973" y="2341481"/>
                    <a:pt x="780379" y="2320686"/>
                    <a:pt x="561066" y="2344850"/>
                  </a:cubicBezTo>
                  <a:cubicBezTo>
                    <a:pt x="341753" y="2369014"/>
                    <a:pt x="210686" y="2366409"/>
                    <a:pt x="0" y="2344850"/>
                  </a:cubicBezTo>
                  <a:close/>
                </a:path>
                <a:path w="1683199" h="2344850" stroke="0" extrusionOk="0">
                  <a:moveTo>
                    <a:pt x="0" y="2344850"/>
                  </a:moveTo>
                  <a:cubicBezTo>
                    <a:pt x="21175" y="2095946"/>
                    <a:pt x="-9091" y="1995510"/>
                    <a:pt x="0" y="1828983"/>
                  </a:cubicBezTo>
                  <a:cubicBezTo>
                    <a:pt x="9091" y="1662456"/>
                    <a:pt x="5526" y="1555607"/>
                    <a:pt x="0" y="1289668"/>
                  </a:cubicBezTo>
                  <a:cubicBezTo>
                    <a:pt x="-5526" y="1023729"/>
                    <a:pt x="-4409" y="990202"/>
                    <a:pt x="0" y="750352"/>
                  </a:cubicBezTo>
                  <a:cubicBezTo>
                    <a:pt x="4409" y="510502"/>
                    <a:pt x="21231" y="371941"/>
                    <a:pt x="0" y="0"/>
                  </a:cubicBezTo>
                  <a:cubicBezTo>
                    <a:pt x="128422" y="141445"/>
                    <a:pt x="159822" y="207696"/>
                    <a:pt x="286144" y="398625"/>
                  </a:cubicBezTo>
                  <a:cubicBezTo>
                    <a:pt x="412467" y="589554"/>
                    <a:pt x="522892" y="708843"/>
                    <a:pt x="589120" y="820698"/>
                  </a:cubicBezTo>
                  <a:cubicBezTo>
                    <a:pt x="655348" y="932553"/>
                    <a:pt x="823690" y="1182759"/>
                    <a:pt x="908927" y="1266219"/>
                  </a:cubicBezTo>
                  <a:cubicBezTo>
                    <a:pt x="994164" y="1349679"/>
                    <a:pt x="1075799" y="1535900"/>
                    <a:pt x="1245567" y="1735189"/>
                  </a:cubicBezTo>
                  <a:cubicBezTo>
                    <a:pt x="1415335" y="1934478"/>
                    <a:pt x="1539316" y="2169160"/>
                    <a:pt x="1683199" y="2344850"/>
                  </a:cubicBezTo>
                  <a:cubicBezTo>
                    <a:pt x="1540620" y="2360032"/>
                    <a:pt x="1254189" y="2359208"/>
                    <a:pt x="1088469" y="2344850"/>
                  </a:cubicBezTo>
                  <a:cubicBezTo>
                    <a:pt x="922749" y="2330493"/>
                    <a:pt x="672359" y="2362026"/>
                    <a:pt x="544234" y="2344850"/>
                  </a:cubicBezTo>
                  <a:cubicBezTo>
                    <a:pt x="416109" y="2327674"/>
                    <a:pt x="263034" y="2320523"/>
                    <a:pt x="0" y="234485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2356660772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70FFE4F4-B636-C79A-A221-00692D1CE596}"/>
                </a:ext>
              </a:extLst>
            </p:cNvPr>
            <p:cNvSpPr/>
            <p:nvPr/>
          </p:nvSpPr>
          <p:spPr>
            <a:xfrm flipV="1">
              <a:off x="3252246" y="4011688"/>
              <a:ext cx="1554620" cy="2344850"/>
            </a:xfrm>
            <a:custGeom>
              <a:avLst/>
              <a:gdLst>
                <a:gd name="connsiteX0" fmla="*/ 0 w 1683199"/>
                <a:gd name="connsiteY0" fmla="*/ 2344850 h 2344850"/>
                <a:gd name="connsiteX1" fmla="*/ 0 w 1683199"/>
                <a:gd name="connsiteY1" fmla="*/ 1711741 h 2344850"/>
                <a:gd name="connsiteX2" fmla="*/ 0 w 1683199"/>
                <a:gd name="connsiteY2" fmla="*/ 1102080 h 2344850"/>
                <a:gd name="connsiteX3" fmla="*/ 0 w 1683199"/>
                <a:gd name="connsiteY3" fmla="*/ 539316 h 2344850"/>
                <a:gd name="connsiteX4" fmla="*/ 0 w 1683199"/>
                <a:gd name="connsiteY4" fmla="*/ 0 h 2344850"/>
                <a:gd name="connsiteX5" fmla="*/ 353472 w 1683199"/>
                <a:gd name="connsiteY5" fmla="*/ 492419 h 2344850"/>
                <a:gd name="connsiteX6" fmla="*/ 690112 w 1683199"/>
                <a:gd name="connsiteY6" fmla="*/ 961389 h 2344850"/>
                <a:gd name="connsiteX7" fmla="*/ 1060415 w 1683199"/>
                <a:gd name="connsiteY7" fmla="*/ 1477256 h 2344850"/>
                <a:gd name="connsiteX8" fmla="*/ 1683199 w 1683199"/>
                <a:gd name="connsiteY8" fmla="*/ 2344850 h 2344850"/>
                <a:gd name="connsiteX9" fmla="*/ 1155797 w 1683199"/>
                <a:gd name="connsiteY9" fmla="*/ 2344850 h 2344850"/>
                <a:gd name="connsiteX10" fmla="*/ 628394 w 1683199"/>
                <a:gd name="connsiteY10" fmla="*/ 2344850 h 2344850"/>
                <a:gd name="connsiteX11" fmla="*/ 0 w 1683199"/>
                <a:gd name="connsiteY11" fmla="*/ 2344850 h 234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3199" h="2344850" fill="none" extrusionOk="0">
                  <a:moveTo>
                    <a:pt x="0" y="2344850"/>
                  </a:moveTo>
                  <a:cubicBezTo>
                    <a:pt x="8967" y="2176967"/>
                    <a:pt x="18575" y="1971594"/>
                    <a:pt x="0" y="1711741"/>
                  </a:cubicBezTo>
                  <a:cubicBezTo>
                    <a:pt x="-18575" y="1451888"/>
                    <a:pt x="-13547" y="1384010"/>
                    <a:pt x="0" y="1102080"/>
                  </a:cubicBezTo>
                  <a:cubicBezTo>
                    <a:pt x="13547" y="820150"/>
                    <a:pt x="-20193" y="747675"/>
                    <a:pt x="0" y="539316"/>
                  </a:cubicBezTo>
                  <a:cubicBezTo>
                    <a:pt x="20193" y="330957"/>
                    <a:pt x="-22208" y="127449"/>
                    <a:pt x="0" y="0"/>
                  </a:cubicBezTo>
                  <a:cubicBezTo>
                    <a:pt x="137181" y="227697"/>
                    <a:pt x="238729" y="370361"/>
                    <a:pt x="353472" y="492419"/>
                  </a:cubicBezTo>
                  <a:cubicBezTo>
                    <a:pt x="468215" y="614477"/>
                    <a:pt x="590944" y="817298"/>
                    <a:pt x="690112" y="961389"/>
                  </a:cubicBezTo>
                  <a:cubicBezTo>
                    <a:pt x="789280" y="1105480"/>
                    <a:pt x="970866" y="1368687"/>
                    <a:pt x="1060415" y="1477256"/>
                  </a:cubicBezTo>
                  <a:cubicBezTo>
                    <a:pt x="1149964" y="1585825"/>
                    <a:pt x="1563681" y="2089988"/>
                    <a:pt x="1683199" y="2344850"/>
                  </a:cubicBezTo>
                  <a:cubicBezTo>
                    <a:pt x="1533917" y="2363896"/>
                    <a:pt x="1324814" y="2352429"/>
                    <a:pt x="1155797" y="2344850"/>
                  </a:cubicBezTo>
                  <a:cubicBezTo>
                    <a:pt x="986780" y="2337271"/>
                    <a:pt x="750685" y="2319502"/>
                    <a:pt x="628394" y="2344850"/>
                  </a:cubicBezTo>
                  <a:cubicBezTo>
                    <a:pt x="506103" y="2370198"/>
                    <a:pt x="250291" y="2352090"/>
                    <a:pt x="0" y="2344850"/>
                  </a:cubicBezTo>
                  <a:close/>
                </a:path>
                <a:path w="1683199" h="2344850" stroke="0" extrusionOk="0">
                  <a:moveTo>
                    <a:pt x="0" y="2344850"/>
                  </a:moveTo>
                  <a:cubicBezTo>
                    <a:pt x="-1112" y="2058168"/>
                    <a:pt x="808" y="2013166"/>
                    <a:pt x="0" y="1758638"/>
                  </a:cubicBezTo>
                  <a:cubicBezTo>
                    <a:pt x="-808" y="1504110"/>
                    <a:pt x="-3355" y="1332441"/>
                    <a:pt x="0" y="1195874"/>
                  </a:cubicBezTo>
                  <a:cubicBezTo>
                    <a:pt x="3355" y="1059307"/>
                    <a:pt x="23571" y="842202"/>
                    <a:pt x="0" y="633110"/>
                  </a:cubicBezTo>
                  <a:cubicBezTo>
                    <a:pt x="-23571" y="424018"/>
                    <a:pt x="-18966" y="240597"/>
                    <a:pt x="0" y="0"/>
                  </a:cubicBezTo>
                  <a:cubicBezTo>
                    <a:pt x="65606" y="81816"/>
                    <a:pt x="168977" y="242103"/>
                    <a:pt x="302976" y="422073"/>
                  </a:cubicBezTo>
                  <a:cubicBezTo>
                    <a:pt x="436975" y="602043"/>
                    <a:pt x="568166" y="765587"/>
                    <a:pt x="656448" y="914492"/>
                  </a:cubicBezTo>
                  <a:cubicBezTo>
                    <a:pt x="744730" y="1063397"/>
                    <a:pt x="916875" y="1283858"/>
                    <a:pt x="1009919" y="1406910"/>
                  </a:cubicBezTo>
                  <a:cubicBezTo>
                    <a:pt x="1102963" y="1529962"/>
                    <a:pt x="1196222" y="1690745"/>
                    <a:pt x="1346559" y="1875880"/>
                  </a:cubicBezTo>
                  <a:cubicBezTo>
                    <a:pt x="1496896" y="2061015"/>
                    <a:pt x="1539492" y="2145062"/>
                    <a:pt x="1683199" y="2344850"/>
                  </a:cubicBezTo>
                  <a:cubicBezTo>
                    <a:pt x="1494647" y="2359445"/>
                    <a:pt x="1383851" y="2339885"/>
                    <a:pt x="1172629" y="2344850"/>
                  </a:cubicBezTo>
                  <a:cubicBezTo>
                    <a:pt x="961407" y="2349816"/>
                    <a:pt x="835885" y="2327227"/>
                    <a:pt x="611562" y="2344850"/>
                  </a:cubicBezTo>
                  <a:cubicBezTo>
                    <a:pt x="387239" y="2362473"/>
                    <a:pt x="291281" y="2319281"/>
                    <a:pt x="0" y="234485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2828618058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823E00-CEE1-590B-2D44-144F0A7E4C0B}"/>
                </a:ext>
              </a:extLst>
            </p:cNvPr>
            <p:cNvSpPr/>
            <p:nvPr/>
          </p:nvSpPr>
          <p:spPr>
            <a:xfrm>
              <a:off x="631596" y="1674470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67480 w 2837399"/>
                <a:gd name="connsiteY1" fmla="*/ 0 h 1172425"/>
                <a:gd name="connsiteX2" fmla="*/ 1134960 w 2837399"/>
                <a:gd name="connsiteY2" fmla="*/ 0 h 1172425"/>
                <a:gd name="connsiteX3" fmla="*/ 1702439 w 2837399"/>
                <a:gd name="connsiteY3" fmla="*/ 0 h 1172425"/>
                <a:gd name="connsiteX4" fmla="*/ 2213171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51040 h 1172425"/>
                <a:gd name="connsiteX7" fmla="*/ 2837399 w 2837399"/>
                <a:gd name="connsiteY7" fmla="*/ 1172425 h 1172425"/>
                <a:gd name="connsiteX8" fmla="*/ 2326667 w 2837399"/>
                <a:gd name="connsiteY8" fmla="*/ 1172425 h 1172425"/>
                <a:gd name="connsiteX9" fmla="*/ 1702439 w 2837399"/>
                <a:gd name="connsiteY9" fmla="*/ 1172425 h 1172425"/>
                <a:gd name="connsiteX10" fmla="*/ 1106586 w 2837399"/>
                <a:gd name="connsiteY10" fmla="*/ 1172425 h 1172425"/>
                <a:gd name="connsiteX11" fmla="*/ 0 w 2837399"/>
                <a:gd name="connsiteY11" fmla="*/ 1172425 h 1172425"/>
                <a:gd name="connsiteX12" fmla="*/ 0 w 2837399"/>
                <a:gd name="connsiteY12" fmla="*/ 621385 h 1172425"/>
                <a:gd name="connsiteX13" fmla="*/ 0 w 2837399"/>
                <a:gd name="connsiteY13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142118" y="-13823"/>
                    <a:pt x="293693" y="4295"/>
                    <a:pt x="567480" y="0"/>
                  </a:cubicBezTo>
                  <a:cubicBezTo>
                    <a:pt x="841267" y="-4295"/>
                    <a:pt x="1011999" y="-8491"/>
                    <a:pt x="1134960" y="0"/>
                  </a:cubicBezTo>
                  <a:cubicBezTo>
                    <a:pt x="1257921" y="8491"/>
                    <a:pt x="1461932" y="1861"/>
                    <a:pt x="1702439" y="0"/>
                  </a:cubicBezTo>
                  <a:cubicBezTo>
                    <a:pt x="1942946" y="-1861"/>
                    <a:pt x="2016881" y="-24845"/>
                    <a:pt x="2213171" y="0"/>
                  </a:cubicBezTo>
                  <a:cubicBezTo>
                    <a:pt x="2409461" y="24845"/>
                    <a:pt x="2553414" y="-20330"/>
                    <a:pt x="2837399" y="0"/>
                  </a:cubicBezTo>
                  <a:cubicBezTo>
                    <a:pt x="2848578" y="270852"/>
                    <a:pt x="2818768" y="355033"/>
                    <a:pt x="2837399" y="551040"/>
                  </a:cubicBezTo>
                  <a:cubicBezTo>
                    <a:pt x="2856030" y="747047"/>
                    <a:pt x="2843887" y="1030782"/>
                    <a:pt x="2837399" y="1172425"/>
                  </a:cubicBezTo>
                  <a:cubicBezTo>
                    <a:pt x="2619026" y="1178514"/>
                    <a:pt x="2455860" y="1164171"/>
                    <a:pt x="2326667" y="1172425"/>
                  </a:cubicBezTo>
                  <a:cubicBezTo>
                    <a:pt x="2197474" y="1180679"/>
                    <a:pt x="1856115" y="1145375"/>
                    <a:pt x="1702439" y="1172425"/>
                  </a:cubicBezTo>
                  <a:cubicBezTo>
                    <a:pt x="1548763" y="1199475"/>
                    <a:pt x="1276377" y="1191230"/>
                    <a:pt x="1106586" y="1172425"/>
                  </a:cubicBezTo>
                  <a:cubicBezTo>
                    <a:pt x="936795" y="1153620"/>
                    <a:pt x="526449" y="1211715"/>
                    <a:pt x="0" y="1172425"/>
                  </a:cubicBezTo>
                  <a:cubicBezTo>
                    <a:pt x="17775" y="1028605"/>
                    <a:pt x="-19193" y="808629"/>
                    <a:pt x="0" y="621385"/>
                  </a:cubicBezTo>
                  <a:cubicBezTo>
                    <a:pt x="19193" y="434141"/>
                    <a:pt x="18095" y="301108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70391" y="21677"/>
                    <a:pt x="300803" y="-15345"/>
                    <a:pt x="510732" y="0"/>
                  </a:cubicBezTo>
                  <a:cubicBezTo>
                    <a:pt x="720661" y="15345"/>
                    <a:pt x="874919" y="-3382"/>
                    <a:pt x="993090" y="0"/>
                  </a:cubicBezTo>
                  <a:cubicBezTo>
                    <a:pt x="1111261" y="3382"/>
                    <a:pt x="1367797" y="-3664"/>
                    <a:pt x="1475447" y="0"/>
                  </a:cubicBezTo>
                  <a:cubicBezTo>
                    <a:pt x="1583097" y="3664"/>
                    <a:pt x="1851218" y="23361"/>
                    <a:pt x="1957805" y="0"/>
                  </a:cubicBezTo>
                  <a:cubicBezTo>
                    <a:pt x="2064392" y="-23361"/>
                    <a:pt x="2651087" y="39959"/>
                    <a:pt x="2837399" y="0"/>
                  </a:cubicBezTo>
                  <a:cubicBezTo>
                    <a:pt x="2816886" y="229520"/>
                    <a:pt x="2837928" y="314374"/>
                    <a:pt x="2837399" y="597937"/>
                  </a:cubicBezTo>
                  <a:cubicBezTo>
                    <a:pt x="2836870" y="881500"/>
                    <a:pt x="2844856" y="912374"/>
                    <a:pt x="2837399" y="1172425"/>
                  </a:cubicBezTo>
                  <a:cubicBezTo>
                    <a:pt x="2711923" y="1189399"/>
                    <a:pt x="2414953" y="1186152"/>
                    <a:pt x="2298293" y="1172425"/>
                  </a:cubicBezTo>
                  <a:cubicBezTo>
                    <a:pt x="2181633" y="1158698"/>
                    <a:pt x="2021495" y="1152565"/>
                    <a:pt x="1815935" y="1172425"/>
                  </a:cubicBezTo>
                  <a:cubicBezTo>
                    <a:pt x="1610375" y="1192285"/>
                    <a:pt x="1457763" y="1161355"/>
                    <a:pt x="1248456" y="1172425"/>
                  </a:cubicBezTo>
                  <a:cubicBezTo>
                    <a:pt x="1039149" y="1183495"/>
                    <a:pt x="910811" y="1154367"/>
                    <a:pt x="624228" y="1172425"/>
                  </a:cubicBezTo>
                  <a:cubicBezTo>
                    <a:pt x="337645" y="1190483"/>
                    <a:pt x="143682" y="1158204"/>
                    <a:pt x="0" y="1172425"/>
                  </a:cubicBezTo>
                  <a:cubicBezTo>
                    <a:pt x="14411" y="918036"/>
                    <a:pt x="8659" y="721205"/>
                    <a:pt x="0" y="586213"/>
                  </a:cubicBezTo>
                  <a:cubicBezTo>
                    <a:pt x="-8659" y="451221"/>
                    <a:pt x="-688" y="292807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17737343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BF329D4-409D-2C04-EC1F-3E352F9DC0B6}"/>
                </a:ext>
              </a:extLst>
            </p:cNvPr>
            <p:cNvSpPr/>
            <p:nvPr/>
          </p:nvSpPr>
          <p:spPr>
            <a:xfrm>
              <a:off x="631596" y="2853965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95854 w 2837399"/>
                <a:gd name="connsiteY1" fmla="*/ 0 h 1172425"/>
                <a:gd name="connsiteX2" fmla="*/ 1191708 w 2837399"/>
                <a:gd name="connsiteY2" fmla="*/ 0 h 1172425"/>
                <a:gd name="connsiteX3" fmla="*/ 1759187 w 2837399"/>
                <a:gd name="connsiteY3" fmla="*/ 0 h 1172425"/>
                <a:gd name="connsiteX4" fmla="*/ 2298293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86213 h 1172425"/>
                <a:gd name="connsiteX7" fmla="*/ 2837399 w 2837399"/>
                <a:gd name="connsiteY7" fmla="*/ 1172425 h 1172425"/>
                <a:gd name="connsiteX8" fmla="*/ 2269919 w 2837399"/>
                <a:gd name="connsiteY8" fmla="*/ 1172425 h 1172425"/>
                <a:gd name="connsiteX9" fmla="*/ 1674065 w 2837399"/>
                <a:gd name="connsiteY9" fmla="*/ 1172425 h 1172425"/>
                <a:gd name="connsiteX10" fmla="*/ 1106586 w 2837399"/>
                <a:gd name="connsiteY10" fmla="*/ 1172425 h 1172425"/>
                <a:gd name="connsiteX11" fmla="*/ 539106 w 2837399"/>
                <a:gd name="connsiteY11" fmla="*/ 1172425 h 1172425"/>
                <a:gd name="connsiteX12" fmla="*/ 0 w 2837399"/>
                <a:gd name="connsiteY12" fmla="*/ 1172425 h 1172425"/>
                <a:gd name="connsiteX13" fmla="*/ 0 w 2837399"/>
                <a:gd name="connsiteY13" fmla="*/ 574488 h 1172425"/>
                <a:gd name="connsiteX14" fmla="*/ 0 w 2837399"/>
                <a:gd name="connsiteY14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288734" y="28697"/>
                    <a:pt x="320524" y="23081"/>
                    <a:pt x="595854" y="0"/>
                  </a:cubicBezTo>
                  <a:cubicBezTo>
                    <a:pt x="871184" y="-23081"/>
                    <a:pt x="965542" y="29246"/>
                    <a:pt x="1191708" y="0"/>
                  </a:cubicBezTo>
                  <a:cubicBezTo>
                    <a:pt x="1417874" y="-29246"/>
                    <a:pt x="1604362" y="14948"/>
                    <a:pt x="1759187" y="0"/>
                  </a:cubicBezTo>
                  <a:cubicBezTo>
                    <a:pt x="1914012" y="-14948"/>
                    <a:pt x="2044041" y="-14054"/>
                    <a:pt x="2298293" y="0"/>
                  </a:cubicBezTo>
                  <a:cubicBezTo>
                    <a:pt x="2552545" y="14054"/>
                    <a:pt x="2589696" y="-12656"/>
                    <a:pt x="2837399" y="0"/>
                  </a:cubicBezTo>
                  <a:cubicBezTo>
                    <a:pt x="2856574" y="141480"/>
                    <a:pt x="2862665" y="449278"/>
                    <a:pt x="2837399" y="586213"/>
                  </a:cubicBezTo>
                  <a:cubicBezTo>
                    <a:pt x="2812133" y="723148"/>
                    <a:pt x="2824084" y="1006172"/>
                    <a:pt x="2837399" y="1172425"/>
                  </a:cubicBezTo>
                  <a:cubicBezTo>
                    <a:pt x="2607000" y="1196974"/>
                    <a:pt x="2385893" y="1177538"/>
                    <a:pt x="2269919" y="1172425"/>
                  </a:cubicBezTo>
                  <a:cubicBezTo>
                    <a:pt x="2153945" y="1167312"/>
                    <a:pt x="1882994" y="1161797"/>
                    <a:pt x="1674065" y="1172425"/>
                  </a:cubicBezTo>
                  <a:cubicBezTo>
                    <a:pt x="1465136" y="1183053"/>
                    <a:pt x="1366558" y="1148572"/>
                    <a:pt x="1106586" y="1172425"/>
                  </a:cubicBezTo>
                  <a:cubicBezTo>
                    <a:pt x="846614" y="1196278"/>
                    <a:pt x="765742" y="1189635"/>
                    <a:pt x="539106" y="1172425"/>
                  </a:cubicBezTo>
                  <a:cubicBezTo>
                    <a:pt x="312470" y="1155215"/>
                    <a:pt x="266167" y="1148642"/>
                    <a:pt x="0" y="1172425"/>
                  </a:cubicBezTo>
                  <a:cubicBezTo>
                    <a:pt x="15732" y="924125"/>
                    <a:pt x="9006" y="772392"/>
                    <a:pt x="0" y="574488"/>
                  </a:cubicBezTo>
                  <a:cubicBezTo>
                    <a:pt x="-9006" y="376584"/>
                    <a:pt x="-9784" y="224226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24500" y="-11688"/>
                    <a:pt x="300335" y="-27119"/>
                    <a:pt x="595854" y="0"/>
                  </a:cubicBezTo>
                  <a:cubicBezTo>
                    <a:pt x="891373" y="27119"/>
                    <a:pt x="880836" y="12016"/>
                    <a:pt x="1106586" y="0"/>
                  </a:cubicBezTo>
                  <a:cubicBezTo>
                    <a:pt x="1332336" y="-12016"/>
                    <a:pt x="1492431" y="23123"/>
                    <a:pt x="1730813" y="0"/>
                  </a:cubicBezTo>
                  <a:cubicBezTo>
                    <a:pt x="1969195" y="-23123"/>
                    <a:pt x="2136117" y="6730"/>
                    <a:pt x="2298293" y="0"/>
                  </a:cubicBezTo>
                  <a:cubicBezTo>
                    <a:pt x="2460469" y="-6730"/>
                    <a:pt x="2618976" y="7712"/>
                    <a:pt x="2837399" y="0"/>
                  </a:cubicBezTo>
                  <a:cubicBezTo>
                    <a:pt x="2841609" y="280606"/>
                    <a:pt x="2852312" y="377543"/>
                    <a:pt x="2837399" y="586213"/>
                  </a:cubicBezTo>
                  <a:cubicBezTo>
                    <a:pt x="2822486" y="794883"/>
                    <a:pt x="2809492" y="1041137"/>
                    <a:pt x="2837399" y="1172425"/>
                  </a:cubicBezTo>
                  <a:cubicBezTo>
                    <a:pt x="2627463" y="1165229"/>
                    <a:pt x="2530108" y="1176492"/>
                    <a:pt x="2326667" y="1172425"/>
                  </a:cubicBezTo>
                  <a:cubicBezTo>
                    <a:pt x="2123226" y="1168358"/>
                    <a:pt x="2023930" y="1183807"/>
                    <a:pt x="1844309" y="1172425"/>
                  </a:cubicBezTo>
                  <a:cubicBezTo>
                    <a:pt x="1664688" y="1161043"/>
                    <a:pt x="1493167" y="1180235"/>
                    <a:pt x="1305204" y="1172425"/>
                  </a:cubicBezTo>
                  <a:cubicBezTo>
                    <a:pt x="1117241" y="1164615"/>
                    <a:pt x="997907" y="1159426"/>
                    <a:pt x="822846" y="1172425"/>
                  </a:cubicBezTo>
                  <a:cubicBezTo>
                    <a:pt x="647785" y="1185424"/>
                    <a:pt x="391552" y="1198373"/>
                    <a:pt x="0" y="1172425"/>
                  </a:cubicBezTo>
                  <a:cubicBezTo>
                    <a:pt x="7956" y="942389"/>
                    <a:pt x="-7814" y="778851"/>
                    <a:pt x="0" y="609661"/>
                  </a:cubicBezTo>
                  <a:cubicBezTo>
                    <a:pt x="7814" y="440471"/>
                    <a:pt x="3747" y="295334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2861378405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C455FD-9FF1-EA07-5476-5B5D5B5DDFA3}"/>
                </a:ext>
              </a:extLst>
            </p:cNvPr>
            <p:cNvSpPr/>
            <p:nvPr/>
          </p:nvSpPr>
          <p:spPr>
            <a:xfrm>
              <a:off x="631596" y="4019320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67480 w 2837399"/>
                <a:gd name="connsiteY1" fmla="*/ 0 h 1172425"/>
                <a:gd name="connsiteX2" fmla="*/ 1163334 w 2837399"/>
                <a:gd name="connsiteY2" fmla="*/ 0 h 1172425"/>
                <a:gd name="connsiteX3" fmla="*/ 1674065 w 2837399"/>
                <a:gd name="connsiteY3" fmla="*/ 0 h 1172425"/>
                <a:gd name="connsiteX4" fmla="*/ 2241545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74488 h 1172425"/>
                <a:gd name="connsiteX7" fmla="*/ 2837399 w 2837399"/>
                <a:gd name="connsiteY7" fmla="*/ 1172425 h 1172425"/>
                <a:gd name="connsiteX8" fmla="*/ 2213171 w 2837399"/>
                <a:gd name="connsiteY8" fmla="*/ 1172425 h 1172425"/>
                <a:gd name="connsiteX9" fmla="*/ 1702439 w 2837399"/>
                <a:gd name="connsiteY9" fmla="*/ 1172425 h 1172425"/>
                <a:gd name="connsiteX10" fmla="*/ 1134960 w 2837399"/>
                <a:gd name="connsiteY10" fmla="*/ 1172425 h 1172425"/>
                <a:gd name="connsiteX11" fmla="*/ 652602 w 2837399"/>
                <a:gd name="connsiteY11" fmla="*/ 1172425 h 1172425"/>
                <a:gd name="connsiteX12" fmla="*/ 0 w 2837399"/>
                <a:gd name="connsiteY12" fmla="*/ 1172425 h 1172425"/>
                <a:gd name="connsiteX13" fmla="*/ 0 w 2837399"/>
                <a:gd name="connsiteY13" fmla="*/ 609661 h 1172425"/>
                <a:gd name="connsiteX14" fmla="*/ 0 w 2837399"/>
                <a:gd name="connsiteY14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172678" y="-20916"/>
                    <a:pt x="381260" y="-16987"/>
                    <a:pt x="567480" y="0"/>
                  </a:cubicBezTo>
                  <a:cubicBezTo>
                    <a:pt x="753700" y="16987"/>
                    <a:pt x="999119" y="-16096"/>
                    <a:pt x="1163334" y="0"/>
                  </a:cubicBezTo>
                  <a:cubicBezTo>
                    <a:pt x="1327549" y="16096"/>
                    <a:pt x="1485566" y="-11188"/>
                    <a:pt x="1674065" y="0"/>
                  </a:cubicBezTo>
                  <a:cubicBezTo>
                    <a:pt x="1862564" y="11188"/>
                    <a:pt x="1996938" y="2110"/>
                    <a:pt x="2241545" y="0"/>
                  </a:cubicBezTo>
                  <a:cubicBezTo>
                    <a:pt x="2486152" y="-2110"/>
                    <a:pt x="2599535" y="-16725"/>
                    <a:pt x="2837399" y="0"/>
                  </a:cubicBezTo>
                  <a:cubicBezTo>
                    <a:pt x="2855405" y="141333"/>
                    <a:pt x="2837132" y="307671"/>
                    <a:pt x="2837399" y="574488"/>
                  </a:cubicBezTo>
                  <a:cubicBezTo>
                    <a:pt x="2837666" y="841305"/>
                    <a:pt x="2858582" y="918888"/>
                    <a:pt x="2837399" y="1172425"/>
                  </a:cubicBezTo>
                  <a:cubicBezTo>
                    <a:pt x="2703881" y="1159411"/>
                    <a:pt x="2457507" y="1176031"/>
                    <a:pt x="2213171" y="1172425"/>
                  </a:cubicBezTo>
                  <a:cubicBezTo>
                    <a:pt x="1968835" y="1168819"/>
                    <a:pt x="1829709" y="1157355"/>
                    <a:pt x="1702439" y="1172425"/>
                  </a:cubicBezTo>
                  <a:cubicBezTo>
                    <a:pt x="1575169" y="1187495"/>
                    <a:pt x="1289880" y="1161767"/>
                    <a:pt x="1134960" y="1172425"/>
                  </a:cubicBezTo>
                  <a:cubicBezTo>
                    <a:pt x="980040" y="1183083"/>
                    <a:pt x="755201" y="1182038"/>
                    <a:pt x="652602" y="1172425"/>
                  </a:cubicBezTo>
                  <a:cubicBezTo>
                    <a:pt x="550003" y="1162812"/>
                    <a:pt x="144222" y="1203375"/>
                    <a:pt x="0" y="1172425"/>
                  </a:cubicBezTo>
                  <a:cubicBezTo>
                    <a:pt x="17439" y="956346"/>
                    <a:pt x="-7849" y="873174"/>
                    <a:pt x="0" y="609661"/>
                  </a:cubicBezTo>
                  <a:cubicBezTo>
                    <a:pt x="7849" y="346148"/>
                    <a:pt x="24754" y="124067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72029" y="12786"/>
                    <a:pt x="387175" y="22202"/>
                    <a:pt x="539106" y="0"/>
                  </a:cubicBezTo>
                  <a:cubicBezTo>
                    <a:pt x="691037" y="-22202"/>
                    <a:pt x="949616" y="-13488"/>
                    <a:pt x="1078212" y="0"/>
                  </a:cubicBezTo>
                  <a:cubicBezTo>
                    <a:pt x="1206808" y="13488"/>
                    <a:pt x="1427201" y="7573"/>
                    <a:pt x="1588943" y="0"/>
                  </a:cubicBezTo>
                  <a:cubicBezTo>
                    <a:pt x="1750685" y="-7573"/>
                    <a:pt x="1981408" y="-6110"/>
                    <a:pt x="2128049" y="0"/>
                  </a:cubicBezTo>
                  <a:cubicBezTo>
                    <a:pt x="2274690" y="6110"/>
                    <a:pt x="2496951" y="17254"/>
                    <a:pt x="2837399" y="0"/>
                  </a:cubicBezTo>
                  <a:cubicBezTo>
                    <a:pt x="2816800" y="181674"/>
                    <a:pt x="2862555" y="384569"/>
                    <a:pt x="2837399" y="562764"/>
                  </a:cubicBezTo>
                  <a:cubicBezTo>
                    <a:pt x="2812243" y="740959"/>
                    <a:pt x="2846492" y="1010172"/>
                    <a:pt x="2837399" y="1172425"/>
                  </a:cubicBezTo>
                  <a:cubicBezTo>
                    <a:pt x="2603507" y="1154166"/>
                    <a:pt x="2546960" y="1187988"/>
                    <a:pt x="2355041" y="1172425"/>
                  </a:cubicBezTo>
                  <a:cubicBezTo>
                    <a:pt x="2163122" y="1156862"/>
                    <a:pt x="2017911" y="1168567"/>
                    <a:pt x="1872683" y="1172425"/>
                  </a:cubicBezTo>
                  <a:cubicBezTo>
                    <a:pt x="1727455" y="1176283"/>
                    <a:pt x="1528849" y="1166004"/>
                    <a:pt x="1276830" y="1172425"/>
                  </a:cubicBezTo>
                  <a:cubicBezTo>
                    <a:pt x="1024811" y="1178846"/>
                    <a:pt x="917908" y="1157496"/>
                    <a:pt x="680976" y="1172425"/>
                  </a:cubicBezTo>
                  <a:cubicBezTo>
                    <a:pt x="444044" y="1187354"/>
                    <a:pt x="286751" y="1187430"/>
                    <a:pt x="0" y="1172425"/>
                  </a:cubicBezTo>
                  <a:cubicBezTo>
                    <a:pt x="-13936" y="1005480"/>
                    <a:pt x="-181" y="779046"/>
                    <a:pt x="0" y="562764"/>
                  </a:cubicBezTo>
                  <a:cubicBezTo>
                    <a:pt x="181" y="346482"/>
                    <a:pt x="-15708" y="112981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14255776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D0C7069-13E5-1004-BB87-5A115DD7927F}"/>
                </a:ext>
              </a:extLst>
            </p:cNvPr>
            <p:cNvSpPr/>
            <p:nvPr/>
          </p:nvSpPr>
          <p:spPr>
            <a:xfrm>
              <a:off x="631595" y="5191745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39106 w 2837399"/>
                <a:gd name="connsiteY1" fmla="*/ 0 h 1172425"/>
                <a:gd name="connsiteX2" fmla="*/ 1078212 w 2837399"/>
                <a:gd name="connsiteY2" fmla="*/ 0 h 1172425"/>
                <a:gd name="connsiteX3" fmla="*/ 1588943 w 2837399"/>
                <a:gd name="connsiteY3" fmla="*/ 0 h 1172425"/>
                <a:gd name="connsiteX4" fmla="*/ 2213171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51040 h 1172425"/>
                <a:gd name="connsiteX7" fmla="*/ 2837399 w 2837399"/>
                <a:gd name="connsiteY7" fmla="*/ 1172425 h 1172425"/>
                <a:gd name="connsiteX8" fmla="*/ 2355041 w 2837399"/>
                <a:gd name="connsiteY8" fmla="*/ 1172425 h 1172425"/>
                <a:gd name="connsiteX9" fmla="*/ 1872683 w 2837399"/>
                <a:gd name="connsiteY9" fmla="*/ 1172425 h 1172425"/>
                <a:gd name="connsiteX10" fmla="*/ 1248456 w 2837399"/>
                <a:gd name="connsiteY10" fmla="*/ 1172425 h 1172425"/>
                <a:gd name="connsiteX11" fmla="*/ 680976 w 2837399"/>
                <a:gd name="connsiteY11" fmla="*/ 1172425 h 1172425"/>
                <a:gd name="connsiteX12" fmla="*/ 0 w 2837399"/>
                <a:gd name="connsiteY12" fmla="*/ 1172425 h 1172425"/>
                <a:gd name="connsiteX13" fmla="*/ 0 w 2837399"/>
                <a:gd name="connsiteY13" fmla="*/ 562764 h 1172425"/>
                <a:gd name="connsiteX14" fmla="*/ 0 w 2837399"/>
                <a:gd name="connsiteY14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244598" y="-11861"/>
                    <a:pt x="417626" y="-9449"/>
                    <a:pt x="539106" y="0"/>
                  </a:cubicBezTo>
                  <a:cubicBezTo>
                    <a:pt x="660586" y="9449"/>
                    <a:pt x="850009" y="3520"/>
                    <a:pt x="1078212" y="0"/>
                  </a:cubicBezTo>
                  <a:cubicBezTo>
                    <a:pt x="1306415" y="-3520"/>
                    <a:pt x="1411345" y="-15375"/>
                    <a:pt x="1588943" y="0"/>
                  </a:cubicBezTo>
                  <a:cubicBezTo>
                    <a:pt x="1766541" y="15375"/>
                    <a:pt x="1969780" y="18829"/>
                    <a:pt x="2213171" y="0"/>
                  </a:cubicBezTo>
                  <a:cubicBezTo>
                    <a:pt x="2456562" y="-18829"/>
                    <a:pt x="2657865" y="-8160"/>
                    <a:pt x="2837399" y="0"/>
                  </a:cubicBezTo>
                  <a:cubicBezTo>
                    <a:pt x="2826355" y="113756"/>
                    <a:pt x="2819293" y="362909"/>
                    <a:pt x="2837399" y="551040"/>
                  </a:cubicBezTo>
                  <a:cubicBezTo>
                    <a:pt x="2855505" y="739171"/>
                    <a:pt x="2821581" y="1009074"/>
                    <a:pt x="2837399" y="1172425"/>
                  </a:cubicBezTo>
                  <a:cubicBezTo>
                    <a:pt x="2644299" y="1193817"/>
                    <a:pt x="2578341" y="1179347"/>
                    <a:pt x="2355041" y="1172425"/>
                  </a:cubicBezTo>
                  <a:cubicBezTo>
                    <a:pt x="2131741" y="1165503"/>
                    <a:pt x="1975061" y="1169001"/>
                    <a:pt x="1872683" y="1172425"/>
                  </a:cubicBezTo>
                  <a:cubicBezTo>
                    <a:pt x="1770305" y="1175849"/>
                    <a:pt x="1470440" y="1147606"/>
                    <a:pt x="1248456" y="1172425"/>
                  </a:cubicBezTo>
                  <a:cubicBezTo>
                    <a:pt x="1026472" y="1197244"/>
                    <a:pt x="817748" y="1147887"/>
                    <a:pt x="680976" y="1172425"/>
                  </a:cubicBezTo>
                  <a:cubicBezTo>
                    <a:pt x="544204" y="1196963"/>
                    <a:pt x="284178" y="1193624"/>
                    <a:pt x="0" y="1172425"/>
                  </a:cubicBezTo>
                  <a:cubicBezTo>
                    <a:pt x="17097" y="1039478"/>
                    <a:pt x="14674" y="802518"/>
                    <a:pt x="0" y="562764"/>
                  </a:cubicBezTo>
                  <a:cubicBezTo>
                    <a:pt x="-14674" y="323010"/>
                    <a:pt x="27966" y="161168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56920" y="-343"/>
                    <a:pt x="403338" y="-25640"/>
                    <a:pt x="624228" y="0"/>
                  </a:cubicBezTo>
                  <a:cubicBezTo>
                    <a:pt x="845118" y="25640"/>
                    <a:pt x="968400" y="-2089"/>
                    <a:pt x="1163334" y="0"/>
                  </a:cubicBezTo>
                  <a:cubicBezTo>
                    <a:pt x="1358268" y="2089"/>
                    <a:pt x="1531671" y="18377"/>
                    <a:pt x="1759187" y="0"/>
                  </a:cubicBezTo>
                  <a:cubicBezTo>
                    <a:pt x="1986703" y="-18377"/>
                    <a:pt x="2038694" y="23849"/>
                    <a:pt x="2241545" y="0"/>
                  </a:cubicBezTo>
                  <a:cubicBezTo>
                    <a:pt x="2444396" y="-23849"/>
                    <a:pt x="2554805" y="22895"/>
                    <a:pt x="2837399" y="0"/>
                  </a:cubicBezTo>
                  <a:cubicBezTo>
                    <a:pt x="2821862" y="200640"/>
                    <a:pt x="2833339" y="396972"/>
                    <a:pt x="2837399" y="597937"/>
                  </a:cubicBezTo>
                  <a:cubicBezTo>
                    <a:pt x="2841459" y="798902"/>
                    <a:pt x="2811160" y="898176"/>
                    <a:pt x="2837399" y="1172425"/>
                  </a:cubicBezTo>
                  <a:cubicBezTo>
                    <a:pt x="2651443" y="1152835"/>
                    <a:pt x="2514454" y="1183904"/>
                    <a:pt x="2326667" y="1172425"/>
                  </a:cubicBezTo>
                  <a:cubicBezTo>
                    <a:pt x="2138880" y="1160946"/>
                    <a:pt x="2017398" y="1177255"/>
                    <a:pt x="1844309" y="1172425"/>
                  </a:cubicBezTo>
                  <a:cubicBezTo>
                    <a:pt x="1671220" y="1167595"/>
                    <a:pt x="1528659" y="1190719"/>
                    <a:pt x="1248456" y="1172425"/>
                  </a:cubicBezTo>
                  <a:cubicBezTo>
                    <a:pt x="968253" y="1154131"/>
                    <a:pt x="882578" y="1199237"/>
                    <a:pt x="709350" y="1172425"/>
                  </a:cubicBezTo>
                  <a:cubicBezTo>
                    <a:pt x="536122" y="1145613"/>
                    <a:pt x="332409" y="1182468"/>
                    <a:pt x="0" y="1172425"/>
                  </a:cubicBezTo>
                  <a:cubicBezTo>
                    <a:pt x="4439" y="1023294"/>
                    <a:pt x="-3686" y="882557"/>
                    <a:pt x="0" y="609661"/>
                  </a:cubicBezTo>
                  <a:cubicBezTo>
                    <a:pt x="3686" y="336765"/>
                    <a:pt x="4648" y="122424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2150611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47EE6179-0ED9-1113-614B-2B6E2BB82339}"/>
                </a:ext>
              </a:extLst>
            </p:cNvPr>
            <p:cNvSpPr/>
            <p:nvPr/>
          </p:nvSpPr>
          <p:spPr>
            <a:xfrm>
              <a:off x="3252246" y="2838680"/>
              <a:ext cx="1554620" cy="115599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rgbClr val="DEAD2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504D8690-A79F-4EE4-AD53-A6395AE0D437}"/>
                </a:ext>
              </a:extLst>
            </p:cNvPr>
            <p:cNvSpPr/>
            <p:nvPr/>
          </p:nvSpPr>
          <p:spPr>
            <a:xfrm flipV="1">
              <a:off x="3252245" y="4002889"/>
              <a:ext cx="1554621" cy="1188855"/>
            </a:xfrm>
            <a:custGeom>
              <a:avLst/>
              <a:gdLst>
                <a:gd name="connsiteX0" fmla="*/ 0 w 1683200"/>
                <a:gd name="connsiteY0" fmla="*/ 1188855 h 1188855"/>
                <a:gd name="connsiteX1" fmla="*/ 0 w 1683200"/>
                <a:gd name="connsiteY1" fmla="*/ 570650 h 1188855"/>
                <a:gd name="connsiteX2" fmla="*/ 0 w 1683200"/>
                <a:gd name="connsiteY2" fmla="*/ 0 h 1188855"/>
                <a:gd name="connsiteX3" fmla="*/ 561067 w 1683200"/>
                <a:gd name="connsiteY3" fmla="*/ 396285 h 1188855"/>
                <a:gd name="connsiteX4" fmla="*/ 1138965 w 1683200"/>
                <a:gd name="connsiteY4" fmla="*/ 804459 h 1188855"/>
                <a:gd name="connsiteX5" fmla="*/ 1683200 w 1683200"/>
                <a:gd name="connsiteY5" fmla="*/ 1188855 h 1188855"/>
                <a:gd name="connsiteX6" fmla="*/ 1088469 w 1683200"/>
                <a:gd name="connsiteY6" fmla="*/ 1188855 h 1188855"/>
                <a:gd name="connsiteX7" fmla="*/ 544235 w 1683200"/>
                <a:gd name="connsiteY7" fmla="*/ 1188855 h 1188855"/>
                <a:gd name="connsiteX8" fmla="*/ 0 w 1683200"/>
                <a:gd name="connsiteY8" fmla="*/ 1188855 h 11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3200" h="1188855" fill="none" extrusionOk="0">
                  <a:moveTo>
                    <a:pt x="0" y="1188855"/>
                  </a:moveTo>
                  <a:cubicBezTo>
                    <a:pt x="-2845" y="959337"/>
                    <a:pt x="21509" y="804151"/>
                    <a:pt x="0" y="570650"/>
                  </a:cubicBezTo>
                  <a:cubicBezTo>
                    <a:pt x="-21509" y="337149"/>
                    <a:pt x="21436" y="144880"/>
                    <a:pt x="0" y="0"/>
                  </a:cubicBezTo>
                  <a:cubicBezTo>
                    <a:pt x="151031" y="93772"/>
                    <a:pt x="450482" y="284622"/>
                    <a:pt x="561067" y="396285"/>
                  </a:cubicBezTo>
                  <a:cubicBezTo>
                    <a:pt x="671652" y="507948"/>
                    <a:pt x="911906" y="670988"/>
                    <a:pt x="1138965" y="804459"/>
                  </a:cubicBezTo>
                  <a:cubicBezTo>
                    <a:pt x="1366024" y="937930"/>
                    <a:pt x="1482844" y="1078803"/>
                    <a:pt x="1683200" y="1188855"/>
                  </a:cubicBezTo>
                  <a:cubicBezTo>
                    <a:pt x="1411049" y="1217348"/>
                    <a:pt x="1384673" y="1210715"/>
                    <a:pt x="1088469" y="1188855"/>
                  </a:cubicBezTo>
                  <a:cubicBezTo>
                    <a:pt x="792265" y="1166995"/>
                    <a:pt x="782229" y="1213789"/>
                    <a:pt x="544235" y="1188855"/>
                  </a:cubicBezTo>
                  <a:cubicBezTo>
                    <a:pt x="306241" y="1163921"/>
                    <a:pt x="190091" y="1174622"/>
                    <a:pt x="0" y="1188855"/>
                  </a:cubicBezTo>
                  <a:close/>
                </a:path>
                <a:path w="1683200" h="1188855" stroke="0" extrusionOk="0">
                  <a:moveTo>
                    <a:pt x="0" y="1188855"/>
                  </a:moveTo>
                  <a:cubicBezTo>
                    <a:pt x="7742" y="949623"/>
                    <a:pt x="7975" y="875480"/>
                    <a:pt x="0" y="582539"/>
                  </a:cubicBezTo>
                  <a:cubicBezTo>
                    <a:pt x="-7975" y="289598"/>
                    <a:pt x="-16366" y="147502"/>
                    <a:pt x="0" y="0"/>
                  </a:cubicBezTo>
                  <a:cubicBezTo>
                    <a:pt x="126416" y="89394"/>
                    <a:pt x="403691" y="325707"/>
                    <a:pt x="577899" y="408174"/>
                  </a:cubicBezTo>
                  <a:cubicBezTo>
                    <a:pt x="752107" y="490641"/>
                    <a:pt x="931893" y="681737"/>
                    <a:pt x="1138965" y="804459"/>
                  </a:cubicBezTo>
                  <a:cubicBezTo>
                    <a:pt x="1346037" y="927181"/>
                    <a:pt x="1559064" y="1126335"/>
                    <a:pt x="1683200" y="1188855"/>
                  </a:cubicBezTo>
                  <a:cubicBezTo>
                    <a:pt x="1513967" y="1216448"/>
                    <a:pt x="1399358" y="1174044"/>
                    <a:pt x="1122133" y="1188855"/>
                  </a:cubicBezTo>
                  <a:cubicBezTo>
                    <a:pt x="844908" y="1203666"/>
                    <a:pt x="726797" y="1203227"/>
                    <a:pt x="544235" y="1188855"/>
                  </a:cubicBezTo>
                  <a:cubicBezTo>
                    <a:pt x="361673" y="1174483"/>
                    <a:pt x="212383" y="1210876"/>
                    <a:pt x="0" y="1188855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536576699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A7822B53-BDAC-83B4-EFE6-367E6F65E138}"/>
                </a:ext>
              </a:extLst>
            </p:cNvPr>
            <p:cNvSpPr/>
            <p:nvPr/>
          </p:nvSpPr>
          <p:spPr>
            <a:xfrm>
              <a:off x="3252245" y="2838680"/>
              <a:ext cx="1554621" cy="1188855"/>
            </a:xfrm>
            <a:custGeom>
              <a:avLst/>
              <a:gdLst>
                <a:gd name="connsiteX0" fmla="*/ 0 w 1683200"/>
                <a:gd name="connsiteY0" fmla="*/ 1188855 h 1188855"/>
                <a:gd name="connsiteX1" fmla="*/ 0 w 1683200"/>
                <a:gd name="connsiteY1" fmla="*/ 570650 h 1188855"/>
                <a:gd name="connsiteX2" fmla="*/ 0 w 1683200"/>
                <a:gd name="connsiteY2" fmla="*/ 0 h 1188855"/>
                <a:gd name="connsiteX3" fmla="*/ 561067 w 1683200"/>
                <a:gd name="connsiteY3" fmla="*/ 396285 h 1188855"/>
                <a:gd name="connsiteX4" fmla="*/ 1138965 w 1683200"/>
                <a:gd name="connsiteY4" fmla="*/ 804459 h 1188855"/>
                <a:gd name="connsiteX5" fmla="*/ 1683200 w 1683200"/>
                <a:gd name="connsiteY5" fmla="*/ 1188855 h 1188855"/>
                <a:gd name="connsiteX6" fmla="*/ 1088469 w 1683200"/>
                <a:gd name="connsiteY6" fmla="*/ 1188855 h 1188855"/>
                <a:gd name="connsiteX7" fmla="*/ 544235 w 1683200"/>
                <a:gd name="connsiteY7" fmla="*/ 1188855 h 1188855"/>
                <a:gd name="connsiteX8" fmla="*/ 0 w 1683200"/>
                <a:gd name="connsiteY8" fmla="*/ 1188855 h 11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3200" h="1188855" fill="none" extrusionOk="0">
                  <a:moveTo>
                    <a:pt x="0" y="1188855"/>
                  </a:moveTo>
                  <a:cubicBezTo>
                    <a:pt x="-2845" y="959337"/>
                    <a:pt x="21509" y="804151"/>
                    <a:pt x="0" y="570650"/>
                  </a:cubicBezTo>
                  <a:cubicBezTo>
                    <a:pt x="-21509" y="337149"/>
                    <a:pt x="21436" y="144880"/>
                    <a:pt x="0" y="0"/>
                  </a:cubicBezTo>
                  <a:cubicBezTo>
                    <a:pt x="151031" y="93772"/>
                    <a:pt x="450482" y="284622"/>
                    <a:pt x="561067" y="396285"/>
                  </a:cubicBezTo>
                  <a:cubicBezTo>
                    <a:pt x="671652" y="507948"/>
                    <a:pt x="911906" y="670988"/>
                    <a:pt x="1138965" y="804459"/>
                  </a:cubicBezTo>
                  <a:cubicBezTo>
                    <a:pt x="1366024" y="937930"/>
                    <a:pt x="1482844" y="1078803"/>
                    <a:pt x="1683200" y="1188855"/>
                  </a:cubicBezTo>
                  <a:cubicBezTo>
                    <a:pt x="1411049" y="1217348"/>
                    <a:pt x="1384673" y="1210715"/>
                    <a:pt x="1088469" y="1188855"/>
                  </a:cubicBezTo>
                  <a:cubicBezTo>
                    <a:pt x="792265" y="1166995"/>
                    <a:pt x="782229" y="1213789"/>
                    <a:pt x="544235" y="1188855"/>
                  </a:cubicBezTo>
                  <a:cubicBezTo>
                    <a:pt x="306241" y="1163921"/>
                    <a:pt x="190091" y="1174622"/>
                    <a:pt x="0" y="1188855"/>
                  </a:cubicBezTo>
                  <a:close/>
                </a:path>
                <a:path w="1683200" h="1188855" stroke="0" extrusionOk="0">
                  <a:moveTo>
                    <a:pt x="0" y="1188855"/>
                  </a:moveTo>
                  <a:cubicBezTo>
                    <a:pt x="7742" y="949623"/>
                    <a:pt x="7975" y="875480"/>
                    <a:pt x="0" y="582539"/>
                  </a:cubicBezTo>
                  <a:cubicBezTo>
                    <a:pt x="-7975" y="289598"/>
                    <a:pt x="-16366" y="147502"/>
                    <a:pt x="0" y="0"/>
                  </a:cubicBezTo>
                  <a:cubicBezTo>
                    <a:pt x="126416" y="89394"/>
                    <a:pt x="403691" y="325707"/>
                    <a:pt x="577899" y="408174"/>
                  </a:cubicBezTo>
                  <a:cubicBezTo>
                    <a:pt x="752107" y="490641"/>
                    <a:pt x="931893" y="681737"/>
                    <a:pt x="1138965" y="804459"/>
                  </a:cubicBezTo>
                  <a:cubicBezTo>
                    <a:pt x="1346037" y="927181"/>
                    <a:pt x="1559064" y="1126335"/>
                    <a:pt x="1683200" y="1188855"/>
                  </a:cubicBezTo>
                  <a:cubicBezTo>
                    <a:pt x="1513967" y="1216448"/>
                    <a:pt x="1399358" y="1174044"/>
                    <a:pt x="1122133" y="1188855"/>
                  </a:cubicBezTo>
                  <a:cubicBezTo>
                    <a:pt x="844908" y="1203666"/>
                    <a:pt x="726797" y="1203227"/>
                    <a:pt x="544235" y="1188855"/>
                  </a:cubicBezTo>
                  <a:cubicBezTo>
                    <a:pt x="361673" y="1174483"/>
                    <a:pt x="212383" y="1210876"/>
                    <a:pt x="0" y="1188855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536576699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0D46D9-EA17-23C7-6985-AA17CFA886DE}"/>
              </a:ext>
            </a:extLst>
          </p:cNvPr>
          <p:cNvGrpSpPr/>
          <p:nvPr/>
        </p:nvGrpSpPr>
        <p:grpSpPr>
          <a:xfrm flipH="1">
            <a:off x="5228732" y="1648116"/>
            <a:ext cx="4544170" cy="4689700"/>
            <a:chOff x="631595" y="1674470"/>
            <a:chExt cx="4197043" cy="4689700"/>
          </a:xfrm>
          <a:gradFill flip="none" rotWithShape="1">
            <a:gsLst>
              <a:gs pos="3000">
                <a:srgbClr val="00B050"/>
              </a:gs>
              <a:gs pos="50000">
                <a:schemeClr val="tx2">
                  <a:lumMod val="95000"/>
                  <a:lumOff val="5000"/>
                </a:schemeClr>
              </a:gs>
            </a:gsLst>
            <a:lin ang="10800000" scaled="1"/>
            <a:tileRect/>
          </a:gradFill>
          <a:effectLst/>
        </p:grpSpPr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177F90E6-7BCC-6FDC-BAB6-B232F3576D64}"/>
                </a:ext>
              </a:extLst>
            </p:cNvPr>
            <p:cNvSpPr/>
            <p:nvPr/>
          </p:nvSpPr>
          <p:spPr>
            <a:xfrm>
              <a:off x="3274018" y="1709976"/>
              <a:ext cx="1554620" cy="2344850"/>
            </a:xfrm>
            <a:custGeom>
              <a:avLst/>
              <a:gdLst>
                <a:gd name="connsiteX0" fmla="*/ 0 w 1683199"/>
                <a:gd name="connsiteY0" fmla="*/ 2344850 h 2344850"/>
                <a:gd name="connsiteX1" fmla="*/ 0 w 1683199"/>
                <a:gd name="connsiteY1" fmla="*/ 1805535 h 2344850"/>
                <a:gd name="connsiteX2" fmla="*/ 0 w 1683199"/>
                <a:gd name="connsiteY2" fmla="*/ 1242771 h 2344850"/>
                <a:gd name="connsiteX3" fmla="*/ 0 w 1683199"/>
                <a:gd name="connsiteY3" fmla="*/ 680007 h 2344850"/>
                <a:gd name="connsiteX4" fmla="*/ 0 w 1683199"/>
                <a:gd name="connsiteY4" fmla="*/ 0 h 2344850"/>
                <a:gd name="connsiteX5" fmla="*/ 353472 w 1683199"/>
                <a:gd name="connsiteY5" fmla="*/ 492419 h 2344850"/>
                <a:gd name="connsiteX6" fmla="*/ 656448 w 1683199"/>
                <a:gd name="connsiteY6" fmla="*/ 914492 h 2344850"/>
                <a:gd name="connsiteX7" fmla="*/ 1026751 w 1683199"/>
                <a:gd name="connsiteY7" fmla="*/ 1430359 h 2344850"/>
                <a:gd name="connsiteX8" fmla="*/ 1312895 w 1683199"/>
                <a:gd name="connsiteY8" fmla="*/ 1828983 h 2344850"/>
                <a:gd name="connsiteX9" fmla="*/ 1683199 w 1683199"/>
                <a:gd name="connsiteY9" fmla="*/ 2344850 h 2344850"/>
                <a:gd name="connsiteX10" fmla="*/ 1122133 w 1683199"/>
                <a:gd name="connsiteY10" fmla="*/ 2344850 h 2344850"/>
                <a:gd name="connsiteX11" fmla="*/ 561066 w 1683199"/>
                <a:gd name="connsiteY11" fmla="*/ 2344850 h 2344850"/>
                <a:gd name="connsiteX12" fmla="*/ 0 w 1683199"/>
                <a:gd name="connsiteY12" fmla="*/ 2344850 h 234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3199" h="2344850" fill="none" extrusionOk="0">
                  <a:moveTo>
                    <a:pt x="0" y="2344850"/>
                  </a:moveTo>
                  <a:cubicBezTo>
                    <a:pt x="-1831" y="2181144"/>
                    <a:pt x="-12279" y="1951713"/>
                    <a:pt x="0" y="1805535"/>
                  </a:cubicBezTo>
                  <a:cubicBezTo>
                    <a:pt x="12279" y="1659357"/>
                    <a:pt x="12874" y="1406226"/>
                    <a:pt x="0" y="1242771"/>
                  </a:cubicBezTo>
                  <a:cubicBezTo>
                    <a:pt x="-12874" y="1079316"/>
                    <a:pt x="-11213" y="846219"/>
                    <a:pt x="0" y="680007"/>
                  </a:cubicBezTo>
                  <a:cubicBezTo>
                    <a:pt x="11213" y="513795"/>
                    <a:pt x="-13308" y="162600"/>
                    <a:pt x="0" y="0"/>
                  </a:cubicBezTo>
                  <a:cubicBezTo>
                    <a:pt x="156537" y="167046"/>
                    <a:pt x="275464" y="356287"/>
                    <a:pt x="353472" y="492419"/>
                  </a:cubicBezTo>
                  <a:cubicBezTo>
                    <a:pt x="431480" y="628551"/>
                    <a:pt x="504426" y="716869"/>
                    <a:pt x="656448" y="914492"/>
                  </a:cubicBezTo>
                  <a:cubicBezTo>
                    <a:pt x="808470" y="1112115"/>
                    <a:pt x="843115" y="1183754"/>
                    <a:pt x="1026751" y="1430359"/>
                  </a:cubicBezTo>
                  <a:cubicBezTo>
                    <a:pt x="1210387" y="1676964"/>
                    <a:pt x="1236285" y="1692293"/>
                    <a:pt x="1312895" y="1828983"/>
                  </a:cubicBezTo>
                  <a:cubicBezTo>
                    <a:pt x="1389505" y="1965673"/>
                    <a:pt x="1583110" y="2236282"/>
                    <a:pt x="1683199" y="2344850"/>
                  </a:cubicBezTo>
                  <a:cubicBezTo>
                    <a:pt x="1428466" y="2341775"/>
                    <a:pt x="1309293" y="2348219"/>
                    <a:pt x="1122133" y="2344850"/>
                  </a:cubicBezTo>
                  <a:cubicBezTo>
                    <a:pt x="934973" y="2341481"/>
                    <a:pt x="780379" y="2320686"/>
                    <a:pt x="561066" y="2344850"/>
                  </a:cubicBezTo>
                  <a:cubicBezTo>
                    <a:pt x="341753" y="2369014"/>
                    <a:pt x="210686" y="2366409"/>
                    <a:pt x="0" y="2344850"/>
                  </a:cubicBezTo>
                  <a:close/>
                </a:path>
                <a:path w="1683199" h="2344850" stroke="0" extrusionOk="0">
                  <a:moveTo>
                    <a:pt x="0" y="2344850"/>
                  </a:moveTo>
                  <a:cubicBezTo>
                    <a:pt x="21175" y="2095946"/>
                    <a:pt x="-9091" y="1995510"/>
                    <a:pt x="0" y="1828983"/>
                  </a:cubicBezTo>
                  <a:cubicBezTo>
                    <a:pt x="9091" y="1662456"/>
                    <a:pt x="5526" y="1555607"/>
                    <a:pt x="0" y="1289668"/>
                  </a:cubicBezTo>
                  <a:cubicBezTo>
                    <a:pt x="-5526" y="1023729"/>
                    <a:pt x="-4409" y="990202"/>
                    <a:pt x="0" y="750352"/>
                  </a:cubicBezTo>
                  <a:cubicBezTo>
                    <a:pt x="4409" y="510502"/>
                    <a:pt x="21231" y="371941"/>
                    <a:pt x="0" y="0"/>
                  </a:cubicBezTo>
                  <a:cubicBezTo>
                    <a:pt x="128422" y="141445"/>
                    <a:pt x="159822" y="207696"/>
                    <a:pt x="286144" y="398625"/>
                  </a:cubicBezTo>
                  <a:cubicBezTo>
                    <a:pt x="412467" y="589554"/>
                    <a:pt x="522892" y="708843"/>
                    <a:pt x="589120" y="820698"/>
                  </a:cubicBezTo>
                  <a:cubicBezTo>
                    <a:pt x="655348" y="932553"/>
                    <a:pt x="823690" y="1182759"/>
                    <a:pt x="908927" y="1266219"/>
                  </a:cubicBezTo>
                  <a:cubicBezTo>
                    <a:pt x="994164" y="1349679"/>
                    <a:pt x="1075799" y="1535900"/>
                    <a:pt x="1245567" y="1735189"/>
                  </a:cubicBezTo>
                  <a:cubicBezTo>
                    <a:pt x="1415335" y="1934478"/>
                    <a:pt x="1539316" y="2169160"/>
                    <a:pt x="1683199" y="2344850"/>
                  </a:cubicBezTo>
                  <a:cubicBezTo>
                    <a:pt x="1540620" y="2360032"/>
                    <a:pt x="1254189" y="2359208"/>
                    <a:pt x="1088469" y="2344850"/>
                  </a:cubicBezTo>
                  <a:cubicBezTo>
                    <a:pt x="922749" y="2330493"/>
                    <a:pt x="672359" y="2362026"/>
                    <a:pt x="544234" y="2344850"/>
                  </a:cubicBezTo>
                  <a:cubicBezTo>
                    <a:pt x="416109" y="2327674"/>
                    <a:pt x="263034" y="2320523"/>
                    <a:pt x="0" y="234485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2356660772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CD0D58E4-BF4D-7ADA-9D1B-11550A9B2E4F}"/>
                </a:ext>
              </a:extLst>
            </p:cNvPr>
            <p:cNvSpPr/>
            <p:nvPr/>
          </p:nvSpPr>
          <p:spPr>
            <a:xfrm flipV="1">
              <a:off x="3252246" y="4011688"/>
              <a:ext cx="1554620" cy="2344850"/>
            </a:xfrm>
            <a:custGeom>
              <a:avLst/>
              <a:gdLst>
                <a:gd name="connsiteX0" fmla="*/ 0 w 1683199"/>
                <a:gd name="connsiteY0" fmla="*/ 2344850 h 2344850"/>
                <a:gd name="connsiteX1" fmla="*/ 0 w 1683199"/>
                <a:gd name="connsiteY1" fmla="*/ 1711741 h 2344850"/>
                <a:gd name="connsiteX2" fmla="*/ 0 w 1683199"/>
                <a:gd name="connsiteY2" fmla="*/ 1102080 h 2344850"/>
                <a:gd name="connsiteX3" fmla="*/ 0 w 1683199"/>
                <a:gd name="connsiteY3" fmla="*/ 539316 h 2344850"/>
                <a:gd name="connsiteX4" fmla="*/ 0 w 1683199"/>
                <a:gd name="connsiteY4" fmla="*/ 0 h 2344850"/>
                <a:gd name="connsiteX5" fmla="*/ 353472 w 1683199"/>
                <a:gd name="connsiteY5" fmla="*/ 492419 h 2344850"/>
                <a:gd name="connsiteX6" fmla="*/ 690112 w 1683199"/>
                <a:gd name="connsiteY6" fmla="*/ 961389 h 2344850"/>
                <a:gd name="connsiteX7" fmla="*/ 1060415 w 1683199"/>
                <a:gd name="connsiteY7" fmla="*/ 1477256 h 2344850"/>
                <a:gd name="connsiteX8" fmla="*/ 1683199 w 1683199"/>
                <a:gd name="connsiteY8" fmla="*/ 2344850 h 2344850"/>
                <a:gd name="connsiteX9" fmla="*/ 1155797 w 1683199"/>
                <a:gd name="connsiteY9" fmla="*/ 2344850 h 2344850"/>
                <a:gd name="connsiteX10" fmla="*/ 628394 w 1683199"/>
                <a:gd name="connsiteY10" fmla="*/ 2344850 h 2344850"/>
                <a:gd name="connsiteX11" fmla="*/ 0 w 1683199"/>
                <a:gd name="connsiteY11" fmla="*/ 2344850 h 234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83199" h="2344850" fill="none" extrusionOk="0">
                  <a:moveTo>
                    <a:pt x="0" y="2344850"/>
                  </a:moveTo>
                  <a:cubicBezTo>
                    <a:pt x="8967" y="2176967"/>
                    <a:pt x="18575" y="1971594"/>
                    <a:pt x="0" y="1711741"/>
                  </a:cubicBezTo>
                  <a:cubicBezTo>
                    <a:pt x="-18575" y="1451888"/>
                    <a:pt x="-13547" y="1384010"/>
                    <a:pt x="0" y="1102080"/>
                  </a:cubicBezTo>
                  <a:cubicBezTo>
                    <a:pt x="13547" y="820150"/>
                    <a:pt x="-20193" y="747675"/>
                    <a:pt x="0" y="539316"/>
                  </a:cubicBezTo>
                  <a:cubicBezTo>
                    <a:pt x="20193" y="330957"/>
                    <a:pt x="-22208" y="127449"/>
                    <a:pt x="0" y="0"/>
                  </a:cubicBezTo>
                  <a:cubicBezTo>
                    <a:pt x="137181" y="227697"/>
                    <a:pt x="238729" y="370361"/>
                    <a:pt x="353472" y="492419"/>
                  </a:cubicBezTo>
                  <a:cubicBezTo>
                    <a:pt x="468215" y="614477"/>
                    <a:pt x="590944" y="817298"/>
                    <a:pt x="690112" y="961389"/>
                  </a:cubicBezTo>
                  <a:cubicBezTo>
                    <a:pt x="789280" y="1105480"/>
                    <a:pt x="970866" y="1368687"/>
                    <a:pt x="1060415" y="1477256"/>
                  </a:cubicBezTo>
                  <a:cubicBezTo>
                    <a:pt x="1149964" y="1585825"/>
                    <a:pt x="1563681" y="2089988"/>
                    <a:pt x="1683199" y="2344850"/>
                  </a:cubicBezTo>
                  <a:cubicBezTo>
                    <a:pt x="1533917" y="2363896"/>
                    <a:pt x="1324814" y="2352429"/>
                    <a:pt x="1155797" y="2344850"/>
                  </a:cubicBezTo>
                  <a:cubicBezTo>
                    <a:pt x="986780" y="2337271"/>
                    <a:pt x="750685" y="2319502"/>
                    <a:pt x="628394" y="2344850"/>
                  </a:cubicBezTo>
                  <a:cubicBezTo>
                    <a:pt x="506103" y="2370198"/>
                    <a:pt x="250291" y="2352090"/>
                    <a:pt x="0" y="2344850"/>
                  </a:cubicBezTo>
                  <a:close/>
                </a:path>
                <a:path w="1683199" h="2344850" stroke="0" extrusionOk="0">
                  <a:moveTo>
                    <a:pt x="0" y="2344850"/>
                  </a:moveTo>
                  <a:cubicBezTo>
                    <a:pt x="-1112" y="2058168"/>
                    <a:pt x="808" y="2013166"/>
                    <a:pt x="0" y="1758638"/>
                  </a:cubicBezTo>
                  <a:cubicBezTo>
                    <a:pt x="-808" y="1504110"/>
                    <a:pt x="-3355" y="1332441"/>
                    <a:pt x="0" y="1195874"/>
                  </a:cubicBezTo>
                  <a:cubicBezTo>
                    <a:pt x="3355" y="1059307"/>
                    <a:pt x="23571" y="842202"/>
                    <a:pt x="0" y="633110"/>
                  </a:cubicBezTo>
                  <a:cubicBezTo>
                    <a:pt x="-23571" y="424018"/>
                    <a:pt x="-18966" y="240597"/>
                    <a:pt x="0" y="0"/>
                  </a:cubicBezTo>
                  <a:cubicBezTo>
                    <a:pt x="65606" y="81816"/>
                    <a:pt x="168977" y="242103"/>
                    <a:pt x="302976" y="422073"/>
                  </a:cubicBezTo>
                  <a:cubicBezTo>
                    <a:pt x="436975" y="602043"/>
                    <a:pt x="568166" y="765587"/>
                    <a:pt x="656448" y="914492"/>
                  </a:cubicBezTo>
                  <a:cubicBezTo>
                    <a:pt x="744730" y="1063397"/>
                    <a:pt x="916875" y="1283858"/>
                    <a:pt x="1009919" y="1406910"/>
                  </a:cubicBezTo>
                  <a:cubicBezTo>
                    <a:pt x="1102963" y="1529962"/>
                    <a:pt x="1196222" y="1690745"/>
                    <a:pt x="1346559" y="1875880"/>
                  </a:cubicBezTo>
                  <a:cubicBezTo>
                    <a:pt x="1496896" y="2061015"/>
                    <a:pt x="1539492" y="2145062"/>
                    <a:pt x="1683199" y="2344850"/>
                  </a:cubicBezTo>
                  <a:cubicBezTo>
                    <a:pt x="1494647" y="2359445"/>
                    <a:pt x="1383851" y="2339885"/>
                    <a:pt x="1172629" y="2344850"/>
                  </a:cubicBezTo>
                  <a:cubicBezTo>
                    <a:pt x="961407" y="2349816"/>
                    <a:pt x="835885" y="2327227"/>
                    <a:pt x="611562" y="2344850"/>
                  </a:cubicBezTo>
                  <a:cubicBezTo>
                    <a:pt x="387239" y="2362473"/>
                    <a:pt x="291281" y="2319281"/>
                    <a:pt x="0" y="234485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2828618058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98A8EA2-C630-4A61-243E-D27B181149AE}"/>
                </a:ext>
              </a:extLst>
            </p:cNvPr>
            <p:cNvSpPr/>
            <p:nvPr/>
          </p:nvSpPr>
          <p:spPr>
            <a:xfrm>
              <a:off x="631596" y="1674470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67480 w 2837399"/>
                <a:gd name="connsiteY1" fmla="*/ 0 h 1172425"/>
                <a:gd name="connsiteX2" fmla="*/ 1134960 w 2837399"/>
                <a:gd name="connsiteY2" fmla="*/ 0 h 1172425"/>
                <a:gd name="connsiteX3" fmla="*/ 1702439 w 2837399"/>
                <a:gd name="connsiteY3" fmla="*/ 0 h 1172425"/>
                <a:gd name="connsiteX4" fmla="*/ 2213171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51040 h 1172425"/>
                <a:gd name="connsiteX7" fmla="*/ 2837399 w 2837399"/>
                <a:gd name="connsiteY7" fmla="*/ 1172425 h 1172425"/>
                <a:gd name="connsiteX8" fmla="*/ 2326667 w 2837399"/>
                <a:gd name="connsiteY8" fmla="*/ 1172425 h 1172425"/>
                <a:gd name="connsiteX9" fmla="*/ 1702439 w 2837399"/>
                <a:gd name="connsiteY9" fmla="*/ 1172425 h 1172425"/>
                <a:gd name="connsiteX10" fmla="*/ 1106586 w 2837399"/>
                <a:gd name="connsiteY10" fmla="*/ 1172425 h 1172425"/>
                <a:gd name="connsiteX11" fmla="*/ 0 w 2837399"/>
                <a:gd name="connsiteY11" fmla="*/ 1172425 h 1172425"/>
                <a:gd name="connsiteX12" fmla="*/ 0 w 2837399"/>
                <a:gd name="connsiteY12" fmla="*/ 621385 h 1172425"/>
                <a:gd name="connsiteX13" fmla="*/ 0 w 2837399"/>
                <a:gd name="connsiteY13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142118" y="-13823"/>
                    <a:pt x="293693" y="4295"/>
                    <a:pt x="567480" y="0"/>
                  </a:cubicBezTo>
                  <a:cubicBezTo>
                    <a:pt x="841267" y="-4295"/>
                    <a:pt x="1011999" y="-8491"/>
                    <a:pt x="1134960" y="0"/>
                  </a:cubicBezTo>
                  <a:cubicBezTo>
                    <a:pt x="1257921" y="8491"/>
                    <a:pt x="1461932" y="1861"/>
                    <a:pt x="1702439" y="0"/>
                  </a:cubicBezTo>
                  <a:cubicBezTo>
                    <a:pt x="1942946" y="-1861"/>
                    <a:pt x="2016881" y="-24845"/>
                    <a:pt x="2213171" y="0"/>
                  </a:cubicBezTo>
                  <a:cubicBezTo>
                    <a:pt x="2409461" y="24845"/>
                    <a:pt x="2553414" y="-20330"/>
                    <a:pt x="2837399" y="0"/>
                  </a:cubicBezTo>
                  <a:cubicBezTo>
                    <a:pt x="2848578" y="270852"/>
                    <a:pt x="2818768" y="355033"/>
                    <a:pt x="2837399" y="551040"/>
                  </a:cubicBezTo>
                  <a:cubicBezTo>
                    <a:pt x="2856030" y="747047"/>
                    <a:pt x="2843887" y="1030782"/>
                    <a:pt x="2837399" y="1172425"/>
                  </a:cubicBezTo>
                  <a:cubicBezTo>
                    <a:pt x="2619026" y="1178514"/>
                    <a:pt x="2455860" y="1164171"/>
                    <a:pt x="2326667" y="1172425"/>
                  </a:cubicBezTo>
                  <a:cubicBezTo>
                    <a:pt x="2197474" y="1180679"/>
                    <a:pt x="1856115" y="1145375"/>
                    <a:pt x="1702439" y="1172425"/>
                  </a:cubicBezTo>
                  <a:cubicBezTo>
                    <a:pt x="1548763" y="1199475"/>
                    <a:pt x="1276377" y="1191230"/>
                    <a:pt x="1106586" y="1172425"/>
                  </a:cubicBezTo>
                  <a:cubicBezTo>
                    <a:pt x="936795" y="1153620"/>
                    <a:pt x="526449" y="1211715"/>
                    <a:pt x="0" y="1172425"/>
                  </a:cubicBezTo>
                  <a:cubicBezTo>
                    <a:pt x="17775" y="1028605"/>
                    <a:pt x="-19193" y="808629"/>
                    <a:pt x="0" y="621385"/>
                  </a:cubicBezTo>
                  <a:cubicBezTo>
                    <a:pt x="19193" y="434141"/>
                    <a:pt x="18095" y="301108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70391" y="21677"/>
                    <a:pt x="300803" y="-15345"/>
                    <a:pt x="510732" y="0"/>
                  </a:cubicBezTo>
                  <a:cubicBezTo>
                    <a:pt x="720661" y="15345"/>
                    <a:pt x="874919" y="-3382"/>
                    <a:pt x="993090" y="0"/>
                  </a:cubicBezTo>
                  <a:cubicBezTo>
                    <a:pt x="1111261" y="3382"/>
                    <a:pt x="1367797" y="-3664"/>
                    <a:pt x="1475447" y="0"/>
                  </a:cubicBezTo>
                  <a:cubicBezTo>
                    <a:pt x="1583097" y="3664"/>
                    <a:pt x="1851218" y="23361"/>
                    <a:pt x="1957805" y="0"/>
                  </a:cubicBezTo>
                  <a:cubicBezTo>
                    <a:pt x="2064392" y="-23361"/>
                    <a:pt x="2651087" y="39959"/>
                    <a:pt x="2837399" y="0"/>
                  </a:cubicBezTo>
                  <a:cubicBezTo>
                    <a:pt x="2816886" y="229520"/>
                    <a:pt x="2837928" y="314374"/>
                    <a:pt x="2837399" y="597937"/>
                  </a:cubicBezTo>
                  <a:cubicBezTo>
                    <a:pt x="2836870" y="881500"/>
                    <a:pt x="2844856" y="912374"/>
                    <a:pt x="2837399" y="1172425"/>
                  </a:cubicBezTo>
                  <a:cubicBezTo>
                    <a:pt x="2711923" y="1189399"/>
                    <a:pt x="2414953" y="1186152"/>
                    <a:pt x="2298293" y="1172425"/>
                  </a:cubicBezTo>
                  <a:cubicBezTo>
                    <a:pt x="2181633" y="1158698"/>
                    <a:pt x="2021495" y="1152565"/>
                    <a:pt x="1815935" y="1172425"/>
                  </a:cubicBezTo>
                  <a:cubicBezTo>
                    <a:pt x="1610375" y="1192285"/>
                    <a:pt x="1457763" y="1161355"/>
                    <a:pt x="1248456" y="1172425"/>
                  </a:cubicBezTo>
                  <a:cubicBezTo>
                    <a:pt x="1039149" y="1183495"/>
                    <a:pt x="910811" y="1154367"/>
                    <a:pt x="624228" y="1172425"/>
                  </a:cubicBezTo>
                  <a:cubicBezTo>
                    <a:pt x="337645" y="1190483"/>
                    <a:pt x="143682" y="1158204"/>
                    <a:pt x="0" y="1172425"/>
                  </a:cubicBezTo>
                  <a:cubicBezTo>
                    <a:pt x="14411" y="918036"/>
                    <a:pt x="8659" y="721205"/>
                    <a:pt x="0" y="586213"/>
                  </a:cubicBezTo>
                  <a:cubicBezTo>
                    <a:pt x="-8659" y="451221"/>
                    <a:pt x="-688" y="292807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17737343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8A76667-098D-4873-9A6A-98A14FE8C88C}"/>
                </a:ext>
              </a:extLst>
            </p:cNvPr>
            <p:cNvSpPr/>
            <p:nvPr/>
          </p:nvSpPr>
          <p:spPr>
            <a:xfrm>
              <a:off x="631596" y="2853965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95854 w 2837399"/>
                <a:gd name="connsiteY1" fmla="*/ 0 h 1172425"/>
                <a:gd name="connsiteX2" fmla="*/ 1191708 w 2837399"/>
                <a:gd name="connsiteY2" fmla="*/ 0 h 1172425"/>
                <a:gd name="connsiteX3" fmla="*/ 1759187 w 2837399"/>
                <a:gd name="connsiteY3" fmla="*/ 0 h 1172425"/>
                <a:gd name="connsiteX4" fmla="*/ 2298293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86213 h 1172425"/>
                <a:gd name="connsiteX7" fmla="*/ 2837399 w 2837399"/>
                <a:gd name="connsiteY7" fmla="*/ 1172425 h 1172425"/>
                <a:gd name="connsiteX8" fmla="*/ 2269919 w 2837399"/>
                <a:gd name="connsiteY8" fmla="*/ 1172425 h 1172425"/>
                <a:gd name="connsiteX9" fmla="*/ 1674065 w 2837399"/>
                <a:gd name="connsiteY9" fmla="*/ 1172425 h 1172425"/>
                <a:gd name="connsiteX10" fmla="*/ 1106586 w 2837399"/>
                <a:gd name="connsiteY10" fmla="*/ 1172425 h 1172425"/>
                <a:gd name="connsiteX11" fmla="*/ 539106 w 2837399"/>
                <a:gd name="connsiteY11" fmla="*/ 1172425 h 1172425"/>
                <a:gd name="connsiteX12" fmla="*/ 0 w 2837399"/>
                <a:gd name="connsiteY12" fmla="*/ 1172425 h 1172425"/>
                <a:gd name="connsiteX13" fmla="*/ 0 w 2837399"/>
                <a:gd name="connsiteY13" fmla="*/ 574488 h 1172425"/>
                <a:gd name="connsiteX14" fmla="*/ 0 w 2837399"/>
                <a:gd name="connsiteY14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288734" y="28697"/>
                    <a:pt x="320524" y="23081"/>
                    <a:pt x="595854" y="0"/>
                  </a:cubicBezTo>
                  <a:cubicBezTo>
                    <a:pt x="871184" y="-23081"/>
                    <a:pt x="965542" y="29246"/>
                    <a:pt x="1191708" y="0"/>
                  </a:cubicBezTo>
                  <a:cubicBezTo>
                    <a:pt x="1417874" y="-29246"/>
                    <a:pt x="1604362" y="14948"/>
                    <a:pt x="1759187" y="0"/>
                  </a:cubicBezTo>
                  <a:cubicBezTo>
                    <a:pt x="1914012" y="-14948"/>
                    <a:pt x="2044041" y="-14054"/>
                    <a:pt x="2298293" y="0"/>
                  </a:cubicBezTo>
                  <a:cubicBezTo>
                    <a:pt x="2552545" y="14054"/>
                    <a:pt x="2589696" y="-12656"/>
                    <a:pt x="2837399" y="0"/>
                  </a:cubicBezTo>
                  <a:cubicBezTo>
                    <a:pt x="2856574" y="141480"/>
                    <a:pt x="2862665" y="449278"/>
                    <a:pt x="2837399" y="586213"/>
                  </a:cubicBezTo>
                  <a:cubicBezTo>
                    <a:pt x="2812133" y="723148"/>
                    <a:pt x="2824084" y="1006172"/>
                    <a:pt x="2837399" y="1172425"/>
                  </a:cubicBezTo>
                  <a:cubicBezTo>
                    <a:pt x="2607000" y="1196974"/>
                    <a:pt x="2385893" y="1177538"/>
                    <a:pt x="2269919" y="1172425"/>
                  </a:cubicBezTo>
                  <a:cubicBezTo>
                    <a:pt x="2153945" y="1167312"/>
                    <a:pt x="1882994" y="1161797"/>
                    <a:pt x="1674065" y="1172425"/>
                  </a:cubicBezTo>
                  <a:cubicBezTo>
                    <a:pt x="1465136" y="1183053"/>
                    <a:pt x="1366558" y="1148572"/>
                    <a:pt x="1106586" y="1172425"/>
                  </a:cubicBezTo>
                  <a:cubicBezTo>
                    <a:pt x="846614" y="1196278"/>
                    <a:pt x="765742" y="1189635"/>
                    <a:pt x="539106" y="1172425"/>
                  </a:cubicBezTo>
                  <a:cubicBezTo>
                    <a:pt x="312470" y="1155215"/>
                    <a:pt x="266167" y="1148642"/>
                    <a:pt x="0" y="1172425"/>
                  </a:cubicBezTo>
                  <a:cubicBezTo>
                    <a:pt x="15732" y="924125"/>
                    <a:pt x="9006" y="772392"/>
                    <a:pt x="0" y="574488"/>
                  </a:cubicBezTo>
                  <a:cubicBezTo>
                    <a:pt x="-9006" y="376584"/>
                    <a:pt x="-9784" y="224226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24500" y="-11688"/>
                    <a:pt x="300335" y="-27119"/>
                    <a:pt x="595854" y="0"/>
                  </a:cubicBezTo>
                  <a:cubicBezTo>
                    <a:pt x="891373" y="27119"/>
                    <a:pt x="880836" y="12016"/>
                    <a:pt x="1106586" y="0"/>
                  </a:cubicBezTo>
                  <a:cubicBezTo>
                    <a:pt x="1332336" y="-12016"/>
                    <a:pt x="1492431" y="23123"/>
                    <a:pt x="1730813" y="0"/>
                  </a:cubicBezTo>
                  <a:cubicBezTo>
                    <a:pt x="1969195" y="-23123"/>
                    <a:pt x="2136117" y="6730"/>
                    <a:pt x="2298293" y="0"/>
                  </a:cubicBezTo>
                  <a:cubicBezTo>
                    <a:pt x="2460469" y="-6730"/>
                    <a:pt x="2618976" y="7712"/>
                    <a:pt x="2837399" y="0"/>
                  </a:cubicBezTo>
                  <a:cubicBezTo>
                    <a:pt x="2841609" y="280606"/>
                    <a:pt x="2852312" y="377543"/>
                    <a:pt x="2837399" y="586213"/>
                  </a:cubicBezTo>
                  <a:cubicBezTo>
                    <a:pt x="2822486" y="794883"/>
                    <a:pt x="2809492" y="1041137"/>
                    <a:pt x="2837399" y="1172425"/>
                  </a:cubicBezTo>
                  <a:cubicBezTo>
                    <a:pt x="2627463" y="1165229"/>
                    <a:pt x="2530108" y="1176492"/>
                    <a:pt x="2326667" y="1172425"/>
                  </a:cubicBezTo>
                  <a:cubicBezTo>
                    <a:pt x="2123226" y="1168358"/>
                    <a:pt x="2023930" y="1183807"/>
                    <a:pt x="1844309" y="1172425"/>
                  </a:cubicBezTo>
                  <a:cubicBezTo>
                    <a:pt x="1664688" y="1161043"/>
                    <a:pt x="1493167" y="1180235"/>
                    <a:pt x="1305204" y="1172425"/>
                  </a:cubicBezTo>
                  <a:cubicBezTo>
                    <a:pt x="1117241" y="1164615"/>
                    <a:pt x="997907" y="1159426"/>
                    <a:pt x="822846" y="1172425"/>
                  </a:cubicBezTo>
                  <a:cubicBezTo>
                    <a:pt x="647785" y="1185424"/>
                    <a:pt x="391552" y="1198373"/>
                    <a:pt x="0" y="1172425"/>
                  </a:cubicBezTo>
                  <a:cubicBezTo>
                    <a:pt x="7956" y="942389"/>
                    <a:pt x="-7814" y="778851"/>
                    <a:pt x="0" y="609661"/>
                  </a:cubicBezTo>
                  <a:cubicBezTo>
                    <a:pt x="7814" y="440471"/>
                    <a:pt x="3747" y="295334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2861378405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AFDC569-B2F3-6AF6-52CD-2878D3B61540}"/>
                </a:ext>
              </a:extLst>
            </p:cNvPr>
            <p:cNvSpPr/>
            <p:nvPr/>
          </p:nvSpPr>
          <p:spPr>
            <a:xfrm>
              <a:off x="631596" y="4019320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67480 w 2837399"/>
                <a:gd name="connsiteY1" fmla="*/ 0 h 1172425"/>
                <a:gd name="connsiteX2" fmla="*/ 1163334 w 2837399"/>
                <a:gd name="connsiteY2" fmla="*/ 0 h 1172425"/>
                <a:gd name="connsiteX3" fmla="*/ 1674065 w 2837399"/>
                <a:gd name="connsiteY3" fmla="*/ 0 h 1172425"/>
                <a:gd name="connsiteX4" fmla="*/ 2241545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74488 h 1172425"/>
                <a:gd name="connsiteX7" fmla="*/ 2837399 w 2837399"/>
                <a:gd name="connsiteY7" fmla="*/ 1172425 h 1172425"/>
                <a:gd name="connsiteX8" fmla="*/ 2213171 w 2837399"/>
                <a:gd name="connsiteY8" fmla="*/ 1172425 h 1172425"/>
                <a:gd name="connsiteX9" fmla="*/ 1702439 w 2837399"/>
                <a:gd name="connsiteY9" fmla="*/ 1172425 h 1172425"/>
                <a:gd name="connsiteX10" fmla="*/ 1134960 w 2837399"/>
                <a:gd name="connsiteY10" fmla="*/ 1172425 h 1172425"/>
                <a:gd name="connsiteX11" fmla="*/ 652602 w 2837399"/>
                <a:gd name="connsiteY11" fmla="*/ 1172425 h 1172425"/>
                <a:gd name="connsiteX12" fmla="*/ 0 w 2837399"/>
                <a:gd name="connsiteY12" fmla="*/ 1172425 h 1172425"/>
                <a:gd name="connsiteX13" fmla="*/ 0 w 2837399"/>
                <a:gd name="connsiteY13" fmla="*/ 609661 h 1172425"/>
                <a:gd name="connsiteX14" fmla="*/ 0 w 2837399"/>
                <a:gd name="connsiteY14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172678" y="-20916"/>
                    <a:pt x="381260" y="-16987"/>
                    <a:pt x="567480" y="0"/>
                  </a:cubicBezTo>
                  <a:cubicBezTo>
                    <a:pt x="753700" y="16987"/>
                    <a:pt x="999119" y="-16096"/>
                    <a:pt x="1163334" y="0"/>
                  </a:cubicBezTo>
                  <a:cubicBezTo>
                    <a:pt x="1327549" y="16096"/>
                    <a:pt x="1485566" y="-11188"/>
                    <a:pt x="1674065" y="0"/>
                  </a:cubicBezTo>
                  <a:cubicBezTo>
                    <a:pt x="1862564" y="11188"/>
                    <a:pt x="1996938" y="2110"/>
                    <a:pt x="2241545" y="0"/>
                  </a:cubicBezTo>
                  <a:cubicBezTo>
                    <a:pt x="2486152" y="-2110"/>
                    <a:pt x="2599535" y="-16725"/>
                    <a:pt x="2837399" y="0"/>
                  </a:cubicBezTo>
                  <a:cubicBezTo>
                    <a:pt x="2855405" y="141333"/>
                    <a:pt x="2837132" y="307671"/>
                    <a:pt x="2837399" y="574488"/>
                  </a:cubicBezTo>
                  <a:cubicBezTo>
                    <a:pt x="2837666" y="841305"/>
                    <a:pt x="2858582" y="918888"/>
                    <a:pt x="2837399" y="1172425"/>
                  </a:cubicBezTo>
                  <a:cubicBezTo>
                    <a:pt x="2703881" y="1159411"/>
                    <a:pt x="2457507" y="1176031"/>
                    <a:pt x="2213171" y="1172425"/>
                  </a:cubicBezTo>
                  <a:cubicBezTo>
                    <a:pt x="1968835" y="1168819"/>
                    <a:pt x="1829709" y="1157355"/>
                    <a:pt x="1702439" y="1172425"/>
                  </a:cubicBezTo>
                  <a:cubicBezTo>
                    <a:pt x="1575169" y="1187495"/>
                    <a:pt x="1289880" y="1161767"/>
                    <a:pt x="1134960" y="1172425"/>
                  </a:cubicBezTo>
                  <a:cubicBezTo>
                    <a:pt x="980040" y="1183083"/>
                    <a:pt x="755201" y="1182038"/>
                    <a:pt x="652602" y="1172425"/>
                  </a:cubicBezTo>
                  <a:cubicBezTo>
                    <a:pt x="550003" y="1162812"/>
                    <a:pt x="144222" y="1203375"/>
                    <a:pt x="0" y="1172425"/>
                  </a:cubicBezTo>
                  <a:cubicBezTo>
                    <a:pt x="17439" y="956346"/>
                    <a:pt x="-7849" y="873174"/>
                    <a:pt x="0" y="609661"/>
                  </a:cubicBezTo>
                  <a:cubicBezTo>
                    <a:pt x="7849" y="346148"/>
                    <a:pt x="24754" y="124067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72029" y="12786"/>
                    <a:pt x="387175" y="22202"/>
                    <a:pt x="539106" y="0"/>
                  </a:cubicBezTo>
                  <a:cubicBezTo>
                    <a:pt x="691037" y="-22202"/>
                    <a:pt x="949616" y="-13488"/>
                    <a:pt x="1078212" y="0"/>
                  </a:cubicBezTo>
                  <a:cubicBezTo>
                    <a:pt x="1206808" y="13488"/>
                    <a:pt x="1427201" y="7573"/>
                    <a:pt x="1588943" y="0"/>
                  </a:cubicBezTo>
                  <a:cubicBezTo>
                    <a:pt x="1750685" y="-7573"/>
                    <a:pt x="1981408" y="-6110"/>
                    <a:pt x="2128049" y="0"/>
                  </a:cubicBezTo>
                  <a:cubicBezTo>
                    <a:pt x="2274690" y="6110"/>
                    <a:pt x="2496951" y="17254"/>
                    <a:pt x="2837399" y="0"/>
                  </a:cubicBezTo>
                  <a:cubicBezTo>
                    <a:pt x="2816800" y="181674"/>
                    <a:pt x="2862555" y="384569"/>
                    <a:pt x="2837399" y="562764"/>
                  </a:cubicBezTo>
                  <a:cubicBezTo>
                    <a:pt x="2812243" y="740959"/>
                    <a:pt x="2846492" y="1010172"/>
                    <a:pt x="2837399" y="1172425"/>
                  </a:cubicBezTo>
                  <a:cubicBezTo>
                    <a:pt x="2603507" y="1154166"/>
                    <a:pt x="2546960" y="1187988"/>
                    <a:pt x="2355041" y="1172425"/>
                  </a:cubicBezTo>
                  <a:cubicBezTo>
                    <a:pt x="2163122" y="1156862"/>
                    <a:pt x="2017911" y="1168567"/>
                    <a:pt x="1872683" y="1172425"/>
                  </a:cubicBezTo>
                  <a:cubicBezTo>
                    <a:pt x="1727455" y="1176283"/>
                    <a:pt x="1528849" y="1166004"/>
                    <a:pt x="1276830" y="1172425"/>
                  </a:cubicBezTo>
                  <a:cubicBezTo>
                    <a:pt x="1024811" y="1178846"/>
                    <a:pt x="917908" y="1157496"/>
                    <a:pt x="680976" y="1172425"/>
                  </a:cubicBezTo>
                  <a:cubicBezTo>
                    <a:pt x="444044" y="1187354"/>
                    <a:pt x="286751" y="1187430"/>
                    <a:pt x="0" y="1172425"/>
                  </a:cubicBezTo>
                  <a:cubicBezTo>
                    <a:pt x="-13936" y="1005480"/>
                    <a:pt x="-181" y="779046"/>
                    <a:pt x="0" y="562764"/>
                  </a:cubicBezTo>
                  <a:cubicBezTo>
                    <a:pt x="181" y="346482"/>
                    <a:pt x="-15708" y="112981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14255776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BB471D1-2AFE-2A65-A335-39614F090EAF}"/>
                </a:ext>
              </a:extLst>
            </p:cNvPr>
            <p:cNvSpPr/>
            <p:nvPr/>
          </p:nvSpPr>
          <p:spPr>
            <a:xfrm>
              <a:off x="631595" y="5191745"/>
              <a:ext cx="2620651" cy="1172425"/>
            </a:xfrm>
            <a:custGeom>
              <a:avLst/>
              <a:gdLst>
                <a:gd name="connsiteX0" fmla="*/ 0 w 2837399"/>
                <a:gd name="connsiteY0" fmla="*/ 0 h 1172425"/>
                <a:gd name="connsiteX1" fmla="*/ 539106 w 2837399"/>
                <a:gd name="connsiteY1" fmla="*/ 0 h 1172425"/>
                <a:gd name="connsiteX2" fmla="*/ 1078212 w 2837399"/>
                <a:gd name="connsiteY2" fmla="*/ 0 h 1172425"/>
                <a:gd name="connsiteX3" fmla="*/ 1588943 w 2837399"/>
                <a:gd name="connsiteY3" fmla="*/ 0 h 1172425"/>
                <a:gd name="connsiteX4" fmla="*/ 2213171 w 2837399"/>
                <a:gd name="connsiteY4" fmla="*/ 0 h 1172425"/>
                <a:gd name="connsiteX5" fmla="*/ 2837399 w 2837399"/>
                <a:gd name="connsiteY5" fmla="*/ 0 h 1172425"/>
                <a:gd name="connsiteX6" fmla="*/ 2837399 w 2837399"/>
                <a:gd name="connsiteY6" fmla="*/ 551040 h 1172425"/>
                <a:gd name="connsiteX7" fmla="*/ 2837399 w 2837399"/>
                <a:gd name="connsiteY7" fmla="*/ 1172425 h 1172425"/>
                <a:gd name="connsiteX8" fmla="*/ 2355041 w 2837399"/>
                <a:gd name="connsiteY8" fmla="*/ 1172425 h 1172425"/>
                <a:gd name="connsiteX9" fmla="*/ 1872683 w 2837399"/>
                <a:gd name="connsiteY9" fmla="*/ 1172425 h 1172425"/>
                <a:gd name="connsiteX10" fmla="*/ 1248456 w 2837399"/>
                <a:gd name="connsiteY10" fmla="*/ 1172425 h 1172425"/>
                <a:gd name="connsiteX11" fmla="*/ 680976 w 2837399"/>
                <a:gd name="connsiteY11" fmla="*/ 1172425 h 1172425"/>
                <a:gd name="connsiteX12" fmla="*/ 0 w 2837399"/>
                <a:gd name="connsiteY12" fmla="*/ 1172425 h 1172425"/>
                <a:gd name="connsiteX13" fmla="*/ 0 w 2837399"/>
                <a:gd name="connsiteY13" fmla="*/ 562764 h 1172425"/>
                <a:gd name="connsiteX14" fmla="*/ 0 w 2837399"/>
                <a:gd name="connsiteY14" fmla="*/ 0 h 117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7399" h="1172425" fill="none" extrusionOk="0">
                  <a:moveTo>
                    <a:pt x="0" y="0"/>
                  </a:moveTo>
                  <a:cubicBezTo>
                    <a:pt x="244598" y="-11861"/>
                    <a:pt x="417626" y="-9449"/>
                    <a:pt x="539106" y="0"/>
                  </a:cubicBezTo>
                  <a:cubicBezTo>
                    <a:pt x="660586" y="9449"/>
                    <a:pt x="850009" y="3520"/>
                    <a:pt x="1078212" y="0"/>
                  </a:cubicBezTo>
                  <a:cubicBezTo>
                    <a:pt x="1306415" y="-3520"/>
                    <a:pt x="1411345" y="-15375"/>
                    <a:pt x="1588943" y="0"/>
                  </a:cubicBezTo>
                  <a:cubicBezTo>
                    <a:pt x="1766541" y="15375"/>
                    <a:pt x="1969780" y="18829"/>
                    <a:pt x="2213171" y="0"/>
                  </a:cubicBezTo>
                  <a:cubicBezTo>
                    <a:pt x="2456562" y="-18829"/>
                    <a:pt x="2657865" y="-8160"/>
                    <a:pt x="2837399" y="0"/>
                  </a:cubicBezTo>
                  <a:cubicBezTo>
                    <a:pt x="2826355" y="113756"/>
                    <a:pt x="2819293" y="362909"/>
                    <a:pt x="2837399" y="551040"/>
                  </a:cubicBezTo>
                  <a:cubicBezTo>
                    <a:pt x="2855505" y="739171"/>
                    <a:pt x="2821581" y="1009074"/>
                    <a:pt x="2837399" y="1172425"/>
                  </a:cubicBezTo>
                  <a:cubicBezTo>
                    <a:pt x="2644299" y="1193817"/>
                    <a:pt x="2578341" y="1179347"/>
                    <a:pt x="2355041" y="1172425"/>
                  </a:cubicBezTo>
                  <a:cubicBezTo>
                    <a:pt x="2131741" y="1165503"/>
                    <a:pt x="1975061" y="1169001"/>
                    <a:pt x="1872683" y="1172425"/>
                  </a:cubicBezTo>
                  <a:cubicBezTo>
                    <a:pt x="1770305" y="1175849"/>
                    <a:pt x="1470440" y="1147606"/>
                    <a:pt x="1248456" y="1172425"/>
                  </a:cubicBezTo>
                  <a:cubicBezTo>
                    <a:pt x="1026472" y="1197244"/>
                    <a:pt x="817748" y="1147887"/>
                    <a:pt x="680976" y="1172425"/>
                  </a:cubicBezTo>
                  <a:cubicBezTo>
                    <a:pt x="544204" y="1196963"/>
                    <a:pt x="284178" y="1193624"/>
                    <a:pt x="0" y="1172425"/>
                  </a:cubicBezTo>
                  <a:cubicBezTo>
                    <a:pt x="17097" y="1039478"/>
                    <a:pt x="14674" y="802518"/>
                    <a:pt x="0" y="562764"/>
                  </a:cubicBezTo>
                  <a:cubicBezTo>
                    <a:pt x="-14674" y="323010"/>
                    <a:pt x="27966" y="161168"/>
                    <a:pt x="0" y="0"/>
                  </a:cubicBezTo>
                  <a:close/>
                </a:path>
                <a:path w="2837399" h="1172425" stroke="0" extrusionOk="0">
                  <a:moveTo>
                    <a:pt x="0" y="0"/>
                  </a:moveTo>
                  <a:cubicBezTo>
                    <a:pt x="156920" y="-343"/>
                    <a:pt x="403338" y="-25640"/>
                    <a:pt x="624228" y="0"/>
                  </a:cubicBezTo>
                  <a:cubicBezTo>
                    <a:pt x="845118" y="25640"/>
                    <a:pt x="968400" y="-2089"/>
                    <a:pt x="1163334" y="0"/>
                  </a:cubicBezTo>
                  <a:cubicBezTo>
                    <a:pt x="1358268" y="2089"/>
                    <a:pt x="1531671" y="18377"/>
                    <a:pt x="1759187" y="0"/>
                  </a:cubicBezTo>
                  <a:cubicBezTo>
                    <a:pt x="1986703" y="-18377"/>
                    <a:pt x="2038694" y="23849"/>
                    <a:pt x="2241545" y="0"/>
                  </a:cubicBezTo>
                  <a:cubicBezTo>
                    <a:pt x="2444396" y="-23849"/>
                    <a:pt x="2554805" y="22895"/>
                    <a:pt x="2837399" y="0"/>
                  </a:cubicBezTo>
                  <a:cubicBezTo>
                    <a:pt x="2821862" y="200640"/>
                    <a:pt x="2833339" y="396972"/>
                    <a:pt x="2837399" y="597937"/>
                  </a:cubicBezTo>
                  <a:cubicBezTo>
                    <a:pt x="2841459" y="798902"/>
                    <a:pt x="2811160" y="898176"/>
                    <a:pt x="2837399" y="1172425"/>
                  </a:cubicBezTo>
                  <a:cubicBezTo>
                    <a:pt x="2651443" y="1152835"/>
                    <a:pt x="2514454" y="1183904"/>
                    <a:pt x="2326667" y="1172425"/>
                  </a:cubicBezTo>
                  <a:cubicBezTo>
                    <a:pt x="2138880" y="1160946"/>
                    <a:pt x="2017398" y="1177255"/>
                    <a:pt x="1844309" y="1172425"/>
                  </a:cubicBezTo>
                  <a:cubicBezTo>
                    <a:pt x="1671220" y="1167595"/>
                    <a:pt x="1528659" y="1190719"/>
                    <a:pt x="1248456" y="1172425"/>
                  </a:cubicBezTo>
                  <a:cubicBezTo>
                    <a:pt x="968253" y="1154131"/>
                    <a:pt x="882578" y="1199237"/>
                    <a:pt x="709350" y="1172425"/>
                  </a:cubicBezTo>
                  <a:cubicBezTo>
                    <a:pt x="536122" y="1145613"/>
                    <a:pt x="332409" y="1182468"/>
                    <a:pt x="0" y="1172425"/>
                  </a:cubicBezTo>
                  <a:cubicBezTo>
                    <a:pt x="4439" y="1023294"/>
                    <a:pt x="-3686" y="882557"/>
                    <a:pt x="0" y="609661"/>
                  </a:cubicBezTo>
                  <a:cubicBezTo>
                    <a:pt x="3686" y="336765"/>
                    <a:pt x="4648" y="122424"/>
                    <a:pt x="0" y="0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2150611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88951A66-8179-8B14-21C5-F1CE5BEF6069}"/>
                </a:ext>
              </a:extLst>
            </p:cNvPr>
            <p:cNvSpPr/>
            <p:nvPr/>
          </p:nvSpPr>
          <p:spPr>
            <a:xfrm>
              <a:off x="3252246" y="2838680"/>
              <a:ext cx="1554620" cy="115599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rgbClr val="DEAD2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867F5A69-8314-11E5-89CD-AF637520ED76}"/>
                </a:ext>
              </a:extLst>
            </p:cNvPr>
            <p:cNvSpPr/>
            <p:nvPr/>
          </p:nvSpPr>
          <p:spPr>
            <a:xfrm flipV="1">
              <a:off x="3252245" y="4002889"/>
              <a:ext cx="1554621" cy="1188855"/>
            </a:xfrm>
            <a:custGeom>
              <a:avLst/>
              <a:gdLst>
                <a:gd name="connsiteX0" fmla="*/ 0 w 1683200"/>
                <a:gd name="connsiteY0" fmla="*/ 1188855 h 1188855"/>
                <a:gd name="connsiteX1" fmla="*/ 0 w 1683200"/>
                <a:gd name="connsiteY1" fmla="*/ 570650 h 1188855"/>
                <a:gd name="connsiteX2" fmla="*/ 0 w 1683200"/>
                <a:gd name="connsiteY2" fmla="*/ 0 h 1188855"/>
                <a:gd name="connsiteX3" fmla="*/ 561067 w 1683200"/>
                <a:gd name="connsiteY3" fmla="*/ 396285 h 1188855"/>
                <a:gd name="connsiteX4" fmla="*/ 1138965 w 1683200"/>
                <a:gd name="connsiteY4" fmla="*/ 804459 h 1188855"/>
                <a:gd name="connsiteX5" fmla="*/ 1683200 w 1683200"/>
                <a:gd name="connsiteY5" fmla="*/ 1188855 h 1188855"/>
                <a:gd name="connsiteX6" fmla="*/ 1088469 w 1683200"/>
                <a:gd name="connsiteY6" fmla="*/ 1188855 h 1188855"/>
                <a:gd name="connsiteX7" fmla="*/ 544235 w 1683200"/>
                <a:gd name="connsiteY7" fmla="*/ 1188855 h 1188855"/>
                <a:gd name="connsiteX8" fmla="*/ 0 w 1683200"/>
                <a:gd name="connsiteY8" fmla="*/ 1188855 h 11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3200" h="1188855" fill="none" extrusionOk="0">
                  <a:moveTo>
                    <a:pt x="0" y="1188855"/>
                  </a:moveTo>
                  <a:cubicBezTo>
                    <a:pt x="-2845" y="959337"/>
                    <a:pt x="21509" y="804151"/>
                    <a:pt x="0" y="570650"/>
                  </a:cubicBezTo>
                  <a:cubicBezTo>
                    <a:pt x="-21509" y="337149"/>
                    <a:pt x="21436" y="144880"/>
                    <a:pt x="0" y="0"/>
                  </a:cubicBezTo>
                  <a:cubicBezTo>
                    <a:pt x="151031" y="93772"/>
                    <a:pt x="450482" y="284622"/>
                    <a:pt x="561067" y="396285"/>
                  </a:cubicBezTo>
                  <a:cubicBezTo>
                    <a:pt x="671652" y="507948"/>
                    <a:pt x="911906" y="670988"/>
                    <a:pt x="1138965" y="804459"/>
                  </a:cubicBezTo>
                  <a:cubicBezTo>
                    <a:pt x="1366024" y="937930"/>
                    <a:pt x="1482844" y="1078803"/>
                    <a:pt x="1683200" y="1188855"/>
                  </a:cubicBezTo>
                  <a:cubicBezTo>
                    <a:pt x="1411049" y="1217348"/>
                    <a:pt x="1384673" y="1210715"/>
                    <a:pt x="1088469" y="1188855"/>
                  </a:cubicBezTo>
                  <a:cubicBezTo>
                    <a:pt x="792265" y="1166995"/>
                    <a:pt x="782229" y="1213789"/>
                    <a:pt x="544235" y="1188855"/>
                  </a:cubicBezTo>
                  <a:cubicBezTo>
                    <a:pt x="306241" y="1163921"/>
                    <a:pt x="190091" y="1174622"/>
                    <a:pt x="0" y="1188855"/>
                  </a:cubicBezTo>
                  <a:close/>
                </a:path>
                <a:path w="1683200" h="1188855" stroke="0" extrusionOk="0">
                  <a:moveTo>
                    <a:pt x="0" y="1188855"/>
                  </a:moveTo>
                  <a:cubicBezTo>
                    <a:pt x="7742" y="949623"/>
                    <a:pt x="7975" y="875480"/>
                    <a:pt x="0" y="582539"/>
                  </a:cubicBezTo>
                  <a:cubicBezTo>
                    <a:pt x="-7975" y="289598"/>
                    <a:pt x="-16366" y="147502"/>
                    <a:pt x="0" y="0"/>
                  </a:cubicBezTo>
                  <a:cubicBezTo>
                    <a:pt x="126416" y="89394"/>
                    <a:pt x="403691" y="325707"/>
                    <a:pt x="577899" y="408174"/>
                  </a:cubicBezTo>
                  <a:cubicBezTo>
                    <a:pt x="752107" y="490641"/>
                    <a:pt x="931893" y="681737"/>
                    <a:pt x="1138965" y="804459"/>
                  </a:cubicBezTo>
                  <a:cubicBezTo>
                    <a:pt x="1346037" y="927181"/>
                    <a:pt x="1559064" y="1126335"/>
                    <a:pt x="1683200" y="1188855"/>
                  </a:cubicBezTo>
                  <a:cubicBezTo>
                    <a:pt x="1513967" y="1216448"/>
                    <a:pt x="1399358" y="1174044"/>
                    <a:pt x="1122133" y="1188855"/>
                  </a:cubicBezTo>
                  <a:cubicBezTo>
                    <a:pt x="844908" y="1203666"/>
                    <a:pt x="726797" y="1203227"/>
                    <a:pt x="544235" y="1188855"/>
                  </a:cubicBezTo>
                  <a:cubicBezTo>
                    <a:pt x="361673" y="1174483"/>
                    <a:pt x="212383" y="1210876"/>
                    <a:pt x="0" y="1188855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536576699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869735E8-21E8-517D-C142-320F7D1EE8DE}"/>
                </a:ext>
              </a:extLst>
            </p:cNvPr>
            <p:cNvSpPr/>
            <p:nvPr/>
          </p:nvSpPr>
          <p:spPr>
            <a:xfrm>
              <a:off x="3252245" y="2838680"/>
              <a:ext cx="1554621" cy="1188855"/>
            </a:xfrm>
            <a:custGeom>
              <a:avLst/>
              <a:gdLst>
                <a:gd name="connsiteX0" fmla="*/ 0 w 1683200"/>
                <a:gd name="connsiteY0" fmla="*/ 1188855 h 1188855"/>
                <a:gd name="connsiteX1" fmla="*/ 0 w 1683200"/>
                <a:gd name="connsiteY1" fmla="*/ 570650 h 1188855"/>
                <a:gd name="connsiteX2" fmla="*/ 0 w 1683200"/>
                <a:gd name="connsiteY2" fmla="*/ 0 h 1188855"/>
                <a:gd name="connsiteX3" fmla="*/ 561067 w 1683200"/>
                <a:gd name="connsiteY3" fmla="*/ 396285 h 1188855"/>
                <a:gd name="connsiteX4" fmla="*/ 1138965 w 1683200"/>
                <a:gd name="connsiteY4" fmla="*/ 804459 h 1188855"/>
                <a:gd name="connsiteX5" fmla="*/ 1683200 w 1683200"/>
                <a:gd name="connsiteY5" fmla="*/ 1188855 h 1188855"/>
                <a:gd name="connsiteX6" fmla="*/ 1088469 w 1683200"/>
                <a:gd name="connsiteY6" fmla="*/ 1188855 h 1188855"/>
                <a:gd name="connsiteX7" fmla="*/ 544235 w 1683200"/>
                <a:gd name="connsiteY7" fmla="*/ 1188855 h 1188855"/>
                <a:gd name="connsiteX8" fmla="*/ 0 w 1683200"/>
                <a:gd name="connsiteY8" fmla="*/ 1188855 h 11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3200" h="1188855" fill="none" extrusionOk="0">
                  <a:moveTo>
                    <a:pt x="0" y="1188855"/>
                  </a:moveTo>
                  <a:cubicBezTo>
                    <a:pt x="-2845" y="959337"/>
                    <a:pt x="21509" y="804151"/>
                    <a:pt x="0" y="570650"/>
                  </a:cubicBezTo>
                  <a:cubicBezTo>
                    <a:pt x="-21509" y="337149"/>
                    <a:pt x="21436" y="144880"/>
                    <a:pt x="0" y="0"/>
                  </a:cubicBezTo>
                  <a:cubicBezTo>
                    <a:pt x="151031" y="93772"/>
                    <a:pt x="450482" y="284622"/>
                    <a:pt x="561067" y="396285"/>
                  </a:cubicBezTo>
                  <a:cubicBezTo>
                    <a:pt x="671652" y="507948"/>
                    <a:pt x="911906" y="670988"/>
                    <a:pt x="1138965" y="804459"/>
                  </a:cubicBezTo>
                  <a:cubicBezTo>
                    <a:pt x="1366024" y="937930"/>
                    <a:pt x="1482844" y="1078803"/>
                    <a:pt x="1683200" y="1188855"/>
                  </a:cubicBezTo>
                  <a:cubicBezTo>
                    <a:pt x="1411049" y="1217348"/>
                    <a:pt x="1384673" y="1210715"/>
                    <a:pt x="1088469" y="1188855"/>
                  </a:cubicBezTo>
                  <a:cubicBezTo>
                    <a:pt x="792265" y="1166995"/>
                    <a:pt x="782229" y="1213789"/>
                    <a:pt x="544235" y="1188855"/>
                  </a:cubicBezTo>
                  <a:cubicBezTo>
                    <a:pt x="306241" y="1163921"/>
                    <a:pt x="190091" y="1174622"/>
                    <a:pt x="0" y="1188855"/>
                  </a:cubicBezTo>
                  <a:close/>
                </a:path>
                <a:path w="1683200" h="1188855" stroke="0" extrusionOk="0">
                  <a:moveTo>
                    <a:pt x="0" y="1188855"/>
                  </a:moveTo>
                  <a:cubicBezTo>
                    <a:pt x="7742" y="949623"/>
                    <a:pt x="7975" y="875480"/>
                    <a:pt x="0" y="582539"/>
                  </a:cubicBezTo>
                  <a:cubicBezTo>
                    <a:pt x="-7975" y="289598"/>
                    <a:pt x="-16366" y="147502"/>
                    <a:pt x="0" y="0"/>
                  </a:cubicBezTo>
                  <a:cubicBezTo>
                    <a:pt x="126416" y="89394"/>
                    <a:pt x="403691" y="325707"/>
                    <a:pt x="577899" y="408174"/>
                  </a:cubicBezTo>
                  <a:cubicBezTo>
                    <a:pt x="752107" y="490641"/>
                    <a:pt x="931893" y="681737"/>
                    <a:pt x="1138965" y="804459"/>
                  </a:cubicBezTo>
                  <a:cubicBezTo>
                    <a:pt x="1346037" y="927181"/>
                    <a:pt x="1559064" y="1126335"/>
                    <a:pt x="1683200" y="1188855"/>
                  </a:cubicBezTo>
                  <a:cubicBezTo>
                    <a:pt x="1513967" y="1216448"/>
                    <a:pt x="1399358" y="1174044"/>
                    <a:pt x="1122133" y="1188855"/>
                  </a:cubicBezTo>
                  <a:cubicBezTo>
                    <a:pt x="844908" y="1203666"/>
                    <a:pt x="726797" y="1203227"/>
                    <a:pt x="544235" y="1188855"/>
                  </a:cubicBezTo>
                  <a:cubicBezTo>
                    <a:pt x="361673" y="1174483"/>
                    <a:pt x="212383" y="1210876"/>
                    <a:pt x="0" y="1188855"/>
                  </a:cubicBezTo>
                  <a:close/>
                </a:path>
              </a:pathLst>
            </a:custGeom>
            <a:grpFill/>
            <a:ln w="57150">
              <a:solidFill>
                <a:srgbClr val="DEAD22"/>
              </a:solidFill>
              <a:extLst>
                <a:ext uri="{C807C97D-BFC1-408E-A445-0C87EB9F89A2}">
                  <ask:lineSketchStyleProps xmlns:ask="http://schemas.microsoft.com/office/drawing/2018/sketchyshapes" sd="3536576699">
                    <a:prstGeom prst="triangle">
                      <a:avLst>
                        <a:gd name="adj" fmla="val 0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64" name="Diagram 63">
            <a:extLst>
              <a:ext uri="{FF2B5EF4-FFF2-40B4-BE49-F238E27FC236}">
                <a16:creationId xmlns:a16="http://schemas.microsoft.com/office/drawing/2014/main" id="{A69DCEB3-06F5-2111-B7EB-65FD78359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0530725"/>
              </p:ext>
            </p:extLst>
          </p:nvPr>
        </p:nvGraphicFramePr>
        <p:xfrm>
          <a:off x="3905118" y="2277461"/>
          <a:ext cx="7915951" cy="331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8" name="Graphic 67" descr="Cauldron with solid fill">
            <a:extLst>
              <a:ext uri="{FF2B5EF4-FFF2-40B4-BE49-F238E27FC236}">
                <a16:creationId xmlns:a16="http://schemas.microsoft.com/office/drawing/2014/main" id="{F7015ECC-E694-11F4-C249-E0E82ECB2D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79605" y="5394021"/>
            <a:ext cx="666502" cy="666502"/>
          </a:xfrm>
          <a:prstGeom prst="rect">
            <a:avLst/>
          </a:prstGeom>
        </p:spPr>
      </p:pic>
      <p:pic>
        <p:nvPicPr>
          <p:cNvPr id="70" name="Graphic 69" descr="Comet outline">
            <a:extLst>
              <a:ext uri="{FF2B5EF4-FFF2-40B4-BE49-F238E27FC236}">
                <a16:creationId xmlns:a16="http://schemas.microsoft.com/office/drawing/2014/main" id="{8B7326ED-4301-FBC9-EDC4-0A0ED6EC2C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3730" y="4258400"/>
            <a:ext cx="666502" cy="666502"/>
          </a:xfrm>
          <a:prstGeom prst="rect">
            <a:avLst/>
          </a:prstGeom>
        </p:spPr>
      </p:pic>
      <p:pic>
        <p:nvPicPr>
          <p:cNvPr id="72" name="Graphic 71" descr="Connections outline">
            <a:extLst>
              <a:ext uri="{FF2B5EF4-FFF2-40B4-BE49-F238E27FC236}">
                <a16:creationId xmlns:a16="http://schemas.microsoft.com/office/drawing/2014/main" id="{5DB14535-931E-2E91-A1E8-6D00D18AB6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7632" y="1946934"/>
            <a:ext cx="645501" cy="645501"/>
          </a:xfrm>
          <a:prstGeom prst="rect">
            <a:avLst/>
          </a:prstGeom>
        </p:spPr>
      </p:pic>
      <p:pic>
        <p:nvPicPr>
          <p:cNvPr id="74" name="Graphic 73" descr="Crystals outline">
            <a:extLst>
              <a:ext uri="{FF2B5EF4-FFF2-40B4-BE49-F238E27FC236}">
                <a16:creationId xmlns:a16="http://schemas.microsoft.com/office/drawing/2014/main" id="{A764F1EF-3EDB-47F2-2098-A3BED57B5C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79605" y="1891793"/>
            <a:ext cx="666502" cy="666502"/>
          </a:xfrm>
          <a:prstGeom prst="rect">
            <a:avLst/>
          </a:prstGeom>
        </p:spPr>
      </p:pic>
      <p:pic>
        <p:nvPicPr>
          <p:cNvPr id="78" name="Graphic 77" descr="Excalibur outline">
            <a:extLst>
              <a:ext uri="{FF2B5EF4-FFF2-40B4-BE49-F238E27FC236}">
                <a16:creationId xmlns:a16="http://schemas.microsoft.com/office/drawing/2014/main" id="{BEB51489-FE0B-523A-F558-20C96067024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5317" y="3092151"/>
            <a:ext cx="645501" cy="645501"/>
          </a:xfrm>
          <a:prstGeom prst="rect">
            <a:avLst/>
          </a:prstGeom>
        </p:spPr>
      </p:pic>
      <p:pic>
        <p:nvPicPr>
          <p:cNvPr id="82" name="Graphic 81" descr="Marketing with solid fill">
            <a:extLst>
              <a:ext uri="{FF2B5EF4-FFF2-40B4-BE49-F238E27FC236}">
                <a16:creationId xmlns:a16="http://schemas.microsoft.com/office/drawing/2014/main" id="{EE27E7F2-39D7-C5AA-FA46-4D9922AE0AF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1117" y="4270614"/>
            <a:ext cx="645501" cy="645501"/>
          </a:xfrm>
          <a:prstGeom prst="rect">
            <a:avLst/>
          </a:prstGeom>
        </p:spPr>
      </p:pic>
      <p:pic>
        <p:nvPicPr>
          <p:cNvPr id="84" name="Graphic 83" descr="Pointed Hat with solid fill">
            <a:extLst>
              <a:ext uri="{FF2B5EF4-FFF2-40B4-BE49-F238E27FC236}">
                <a16:creationId xmlns:a16="http://schemas.microsoft.com/office/drawing/2014/main" id="{D101A59C-74FE-E25E-EF42-BFB33225535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941944" y="3114598"/>
            <a:ext cx="666502" cy="666502"/>
          </a:xfrm>
          <a:prstGeom prst="rect">
            <a:avLst/>
          </a:prstGeom>
        </p:spPr>
      </p:pic>
      <p:pic>
        <p:nvPicPr>
          <p:cNvPr id="92" name="Graphic 91" descr="Repeat with solid fill">
            <a:extLst>
              <a:ext uri="{FF2B5EF4-FFF2-40B4-BE49-F238E27FC236}">
                <a16:creationId xmlns:a16="http://schemas.microsoft.com/office/drawing/2014/main" id="{E96FA07E-8F31-F6C2-7E4B-635F9290F43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37632" y="5428852"/>
            <a:ext cx="645501" cy="645501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B6C8E96E-3BFB-445C-AC6A-80DB5FC903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192" y="1830370"/>
            <a:ext cx="1778393" cy="1134502"/>
          </a:xfrm>
        </p:spPr>
        <p:txBody>
          <a:bodyPr vert="horz" lIns="0" tIns="0" rIns="0" bIns="0" rtlCol="0">
            <a:normAutofit/>
          </a:bodyPr>
          <a:lstStyle/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SLAY THE SPIRE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DEAD CELLS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HADES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DOFUS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ENTER THE GUNGEON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kern="1200" dirty="0">
              <a:solidFill>
                <a:schemeClr val="bg1">
                  <a:lumMod val="9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6" name="Subtitle 3">
            <a:extLst>
              <a:ext uri="{FF2B5EF4-FFF2-40B4-BE49-F238E27FC236}">
                <a16:creationId xmlns:a16="http://schemas.microsoft.com/office/drawing/2014/main" id="{6A4F9A2D-D87C-BF48-2473-39D6AE9E0BAA}"/>
              </a:ext>
            </a:extLst>
          </p:cNvPr>
          <p:cNvSpPr txBox="1">
            <a:spLocks/>
          </p:cNvSpPr>
          <p:nvPr/>
        </p:nvSpPr>
        <p:spPr>
          <a:xfrm>
            <a:off x="1225192" y="3029011"/>
            <a:ext cx="1941437" cy="99999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SATISFYING SHORT RUNS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PERSISTANT UNLOCKS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POLISHED ART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NARRATIVE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TIGHT COMBAT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7" name="Subtitle 3">
            <a:extLst>
              <a:ext uri="{FF2B5EF4-FFF2-40B4-BE49-F238E27FC236}">
                <a16:creationId xmlns:a16="http://schemas.microsoft.com/office/drawing/2014/main" id="{0C9C3E54-321F-A577-B2EB-D4978F9C64FE}"/>
              </a:ext>
            </a:extLst>
          </p:cNvPr>
          <p:cNvSpPr txBox="1">
            <a:spLocks/>
          </p:cNvSpPr>
          <p:nvPr/>
        </p:nvSpPr>
        <p:spPr>
          <a:xfrm>
            <a:off x="1225192" y="4207457"/>
            <a:ext cx="1941437" cy="99999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YOUNG ADULT – 20-34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INDIE – CURIOUS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INFLUENCED BY: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EARLY ACCESSIBILITY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STREAMER/COMMUNITY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8" name="Subtitle 3">
            <a:extLst>
              <a:ext uri="{FF2B5EF4-FFF2-40B4-BE49-F238E27FC236}">
                <a16:creationId xmlns:a16="http://schemas.microsoft.com/office/drawing/2014/main" id="{06560D81-C9C7-9577-5DCE-FB95DE3B17ED}"/>
              </a:ext>
            </a:extLst>
          </p:cNvPr>
          <p:cNvSpPr txBox="1">
            <a:spLocks/>
          </p:cNvSpPr>
          <p:nvPr/>
        </p:nvSpPr>
        <p:spPr>
          <a:xfrm>
            <a:off x="1225192" y="5379882"/>
            <a:ext cx="1941437" cy="9999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9" name="Subtitle 3">
            <a:extLst>
              <a:ext uri="{FF2B5EF4-FFF2-40B4-BE49-F238E27FC236}">
                <a16:creationId xmlns:a16="http://schemas.microsoft.com/office/drawing/2014/main" id="{980E68D5-8AC9-6361-2C3D-E9FFF9AF2D86}"/>
              </a:ext>
            </a:extLst>
          </p:cNvPr>
          <p:cNvSpPr txBox="1">
            <a:spLocks/>
          </p:cNvSpPr>
          <p:nvPr/>
        </p:nvSpPr>
        <p:spPr>
          <a:xfrm>
            <a:off x="1225192" y="5309722"/>
            <a:ext cx="1941437" cy="999990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MOTIVATED BY: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CHALLENGE/MASTERY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REPLAYABILITY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SHORT SESSION LOOP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DESIGN &amp; STYLE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8" name="Subtitle 3">
            <a:extLst>
              <a:ext uri="{FF2B5EF4-FFF2-40B4-BE49-F238E27FC236}">
                <a16:creationId xmlns:a16="http://schemas.microsoft.com/office/drawing/2014/main" id="{93EAAF04-CF7B-2FFC-1A41-4EFB2EFF66CB}"/>
              </a:ext>
            </a:extLst>
          </p:cNvPr>
          <p:cNvSpPr txBox="1">
            <a:spLocks/>
          </p:cNvSpPr>
          <p:nvPr/>
        </p:nvSpPr>
        <p:spPr>
          <a:xfrm>
            <a:off x="7139265" y="1829893"/>
            <a:ext cx="1778393" cy="11345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HEART OF RUIN</a:t>
            </a:r>
          </a:p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INDIE ROGUE - LITE</a:t>
            </a:r>
          </a:p>
          <a:p>
            <a:pPr algn="l"/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9" name="Subtitle 3">
            <a:extLst>
              <a:ext uri="{FF2B5EF4-FFF2-40B4-BE49-F238E27FC236}">
                <a16:creationId xmlns:a16="http://schemas.microsoft.com/office/drawing/2014/main" id="{2EA57E74-586E-CDBA-8ED0-553A6C7B23A6}"/>
              </a:ext>
            </a:extLst>
          </p:cNvPr>
          <p:cNvSpPr txBox="1">
            <a:spLocks/>
          </p:cNvSpPr>
          <p:nvPr/>
        </p:nvSpPr>
        <p:spPr>
          <a:xfrm>
            <a:off x="7139265" y="3028534"/>
            <a:ext cx="1941437" cy="999990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SHORT RUNS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PERSISTANT UNLOCKS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UNIQUE ART STYLE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NARRATIVE STORY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COMBAT VARIETY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0" name="Subtitle 3">
            <a:extLst>
              <a:ext uri="{FF2B5EF4-FFF2-40B4-BE49-F238E27FC236}">
                <a16:creationId xmlns:a16="http://schemas.microsoft.com/office/drawing/2014/main" id="{54448C64-486D-6958-B0BD-F3E856362720}"/>
              </a:ext>
            </a:extLst>
          </p:cNvPr>
          <p:cNvSpPr txBox="1">
            <a:spLocks/>
          </p:cNvSpPr>
          <p:nvPr/>
        </p:nvSpPr>
        <p:spPr>
          <a:xfrm>
            <a:off x="7139265" y="4206980"/>
            <a:ext cx="1941437" cy="999990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TESTING ON YOUNG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ADULT TEAM &amp; PEERS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CREATING DEVLOGS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REACHING OUT TO STREAMERS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1" name="Subtitle 3">
            <a:extLst>
              <a:ext uri="{FF2B5EF4-FFF2-40B4-BE49-F238E27FC236}">
                <a16:creationId xmlns:a16="http://schemas.microsoft.com/office/drawing/2014/main" id="{3FB058A3-18AF-7022-9578-47D5C72BFF68}"/>
              </a:ext>
            </a:extLst>
          </p:cNvPr>
          <p:cNvSpPr txBox="1">
            <a:spLocks/>
          </p:cNvSpPr>
          <p:nvPr/>
        </p:nvSpPr>
        <p:spPr>
          <a:xfrm>
            <a:off x="7139265" y="5309245"/>
            <a:ext cx="1941437" cy="1240976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REPLAYABILITY FROM</a:t>
            </a:r>
          </a:p>
          <a:p>
            <a:pPr algn="l"/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PROCEDURAL GEN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TIME-CHALLENGE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ENVIRO/ENEMY VARIETY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300" dirty="0">
                <a:solidFill>
                  <a:schemeClr val="bg1">
                    <a:lumMod val="95000"/>
                  </a:schemeClr>
                </a:solidFill>
              </a:rPr>
              <a:t>SKILL/WEAPON UNLOCKS</a:t>
            </a: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GB" sz="1300" dirty="0">
                <a:solidFill>
                  <a:schemeClr val="bg1">
                    <a:lumMod val="95000"/>
                  </a:schemeClr>
                </a:solidFill>
              </a:rPr>
            </a:br>
            <a:endParaRPr lang="en-GB" sz="1300" dirty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endParaRPr lang="en-GB" sz="11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33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CB8B3"/>
      </a:accent1>
      <a:accent2>
        <a:srgbClr val="F5D66E"/>
      </a:accent2>
      <a:accent3>
        <a:srgbClr val="D78189"/>
      </a:accent3>
      <a:accent4>
        <a:srgbClr val="7030A0"/>
      </a:accent4>
      <a:accent5>
        <a:srgbClr val="0070C0"/>
      </a:accent5>
      <a:accent6>
        <a:srgbClr val="C4D36D"/>
      </a:accent6>
      <a:hlink>
        <a:srgbClr val="54C3BD"/>
      </a:hlink>
      <a:folHlink>
        <a:srgbClr val="54C3BD"/>
      </a:folHlink>
    </a:clrScheme>
    <a:fontScheme name="Custom 154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677756_TF67328976" id="{8D41288C-A143-4C55-A19F-9A38F7741759}" vid="{98B99BFD-3B7E-4AE0-80A8-38C1178D3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6CB1848-D3E0-4F10-B640-720BE758B8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BB5711-29E1-4F8E-81A0-7947C57B208A}">
  <ds:schemaRefs>
    <ds:schemaRef ds:uri="6dc4bcd6-49db-4c07-9060-8acfc67cef9f"/>
    <ds:schemaRef ds:uri="fb0879af-3eba-417a-a55a-ffe6dcd6ca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4934E25-8442-49E9-ABDF-3146C4145F3B}">
  <ds:schemaRefs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sharepoint/v3"/>
    <ds:schemaRef ds:uri="http://schemas.openxmlformats.org/package/2006/metadata/core-properties"/>
    <ds:schemaRef ds:uri="fb0879af-3eba-417a-a55a-ffe6dcd6ca77"/>
    <ds:schemaRef ds:uri="6dc4bcd6-49db-4c07-9060-8acfc67cef9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{2473B0B9-2E9D-4382-B218-5D90EDD5773E}tf67328976_win32</Template>
  <TotalTime>0</TotalTime>
  <Words>135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Corbel</vt:lpstr>
      <vt:lpstr>Times New Roman</vt:lpstr>
      <vt:lpstr>Office Theme</vt:lpstr>
      <vt:lpstr>Taliesin games market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Peacey</dc:creator>
  <cp:lastModifiedBy>Claire Peacey</cp:lastModifiedBy>
  <cp:revision>2</cp:revision>
  <dcterms:created xsi:type="dcterms:W3CDTF">2025-09-29T18:23:35Z</dcterms:created>
  <dcterms:modified xsi:type="dcterms:W3CDTF">2025-10-22T18:03:29Z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